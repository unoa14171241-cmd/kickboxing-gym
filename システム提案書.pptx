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66" r:id="rId3"/>
    <p:sldId id="271" r:id="rId4"/>
    <p:sldId id="269" r:id="rId5"/>
    <p:sldId id="27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航平 宇野" userId="16dc946274204170" providerId="LiveId" clId="{1F5C0FE4-3366-48C2-9546-775858C08C47}"/>
    <pc:docChg chg="undo redo custSel addSld delSld modSld sldOrd modMainMaster">
      <pc:chgData name="航平 宇野" userId="16dc946274204170" providerId="LiveId" clId="{1F5C0FE4-3366-48C2-9546-775858C08C47}" dt="2025-12-24T02:13:57.024" v="2431" actId="20577"/>
      <pc:docMkLst>
        <pc:docMk/>
      </pc:docMkLst>
      <pc:sldChg chg="addSp delSp modSp del mod modTransition modAnim">
        <pc:chgData name="航平 宇野" userId="16dc946274204170" providerId="LiveId" clId="{1F5C0FE4-3366-48C2-9546-775858C08C47}" dt="2025-12-23T21:30:25.981" v="1623" actId="2696"/>
        <pc:sldMkLst>
          <pc:docMk/>
          <pc:sldMk cId="0" sldId="256"/>
        </pc:sldMkLst>
      </pc:sldChg>
      <pc:sldChg chg="modSp del mod">
        <pc:chgData name="航平 宇野" userId="16dc946274204170" providerId="LiveId" clId="{1F5C0FE4-3366-48C2-9546-775858C08C47}" dt="2025-12-14T07:46:15.643" v="1286" actId="2696"/>
        <pc:sldMkLst>
          <pc:docMk/>
          <pc:sldMk cId="0" sldId="257"/>
        </pc:sldMkLst>
      </pc:sldChg>
      <pc:sldChg chg="modSp del mod">
        <pc:chgData name="航平 宇野" userId="16dc946274204170" providerId="LiveId" clId="{1F5C0FE4-3366-48C2-9546-775858C08C47}" dt="2025-12-14T07:46:44.219" v="1292" actId="2696"/>
        <pc:sldMkLst>
          <pc:docMk/>
          <pc:sldMk cId="0" sldId="258"/>
        </pc:sldMkLst>
      </pc:sldChg>
      <pc:sldChg chg="modSp del mod">
        <pc:chgData name="航平 宇野" userId="16dc946274204170" providerId="LiveId" clId="{1F5C0FE4-3366-48C2-9546-775858C08C47}" dt="2025-12-14T07:47:04.492" v="1298" actId="2696"/>
        <pc:sldMkLst>
          <pc:docMk/>
          <pc:sldMk cId="0" sldId="259"/>
        </pc:sldMkLst>
      </pc:sldChg>
      <pc:sldChg chg="modSp del mod">
        <pc:chgData name="航平 宇野" userId="16dc946274204170" providerId="LiveId" clId="{1F5C0FE4-3366-48C2-9546-775858C08C47}" dt="2025-12-14T07:47:21.709" v="1303" actId="2696"/>
        <pc:sldMkLst>
          <pc:docMk/>
          <pc:sldMk cId="0" sldId="260"/>
        </pc:sldMkLst>
      </pc:sldChg>
      <pc:sldChg chg="modSp del mod">
        <pc:chgData name="航平 宇野" userId="16dc946274204170" providerId="LiveId" clId="{1F5C0FE4-3366-48C2-9546-775858C08C47}" dt="2025-12-14T07:49:04.062" v="1309" actId="2696"/>
        <pc:sldMkLst>
          <pc:docMk/>
          <pc:sldMk cId="0" sldId="261"/>
        </pc:sldMkLst>
      </pc:sldChg>
      <pc:sldChg chg="del">
        <pc:chgData name="航平 宇野" userId="16dc946274204170" providerId="LiveId" clId="{1F5C0FE4-3366-48C2-9546-775858C08C47}" dt="2025-12-23T22:52:37.448" v="2285" actId="2696"/>
        <pc:sldMkLst>
          <pc:docMk/>
          <pc:sldMk cId="0" sldId="265"/>
        </pc:sldMkLst>
      </pc:sldChg>
      <pc:sldChg chg="addSp delSp modSp new del mod ord">
        <pc:chgData name="航平 宇野" userId="16dc946274204170" providerId="LiveId" clId="{1F5C0FE4-3366-48C2-9546-775858C08C47}" dt="2025-12-14T07:16:27.568" v="712" actId="2696"/>
        <pc:sldMkLst>
          <pc:docMk/>
          <pc:sldMk cId="1302743662" sldId="266"/>
        </pc:sldMkLst>
      </pc:sldChg>
      <pc:sldChg chg="addSp delSp modSp new del mod ord">
        <pc:chgData name="航平 宇野" userId="16dc946274204170" providerId="LiveId" clId="{1F5C0FE4-3366-48C2-9546-775858C08C47}" dt="2025-12-14T07:14:55.673" v="699" actId="2696"/>
        <pc:sldMkLst>
          <pc:docMk/>
          <pc:sldMk cId="3288914657" sldId="266"/>
        </pc:sldMkLst>
      </pc:sldChg>
      <pc:sldChg chg="addSp delSp modSp new mod modTransition setBg">
        <pc:chgData name="航平 宇野" userId="16dc946274204170" providerId="LiveId" clId="{1F5C0FE4-3366-48C2-9546-775858C08C47}" dt="2025-12-23T22:56:15.856" v="2304" actId="20577"/>
        <pc:sldMkLst>
          <pc:docMk/>
          <pc:sldMk cId="3801193341" sldId="266"/>
        </pc:sldMkLst>
        <pc:spChg chg="mod">
          <ac:chgData name="航平 宇野" userId="16dc946274204170" providerId="LiveId" clId="{1F5C0FE4-3366-48C2-9546-775858C08C47}" dt="2025-12-23T22:34:12.749" v="1910"/>
          <ac:spMkLst>
            <pc:docMk/>
            <pc:sldMk cId="3801193341" sldId="266"/>
            <ac:spMk id="3" creationId="{16D6CC37-33CE-9E95-ABA5-C896F325A37D}"/>
          </ac:spMkLst>
        </pc:spChg>
        <pc:spChg chg="mod">
          <ac:chgData name="航平 宇野" userId="16dc946274204170" providerId="LiveId" clId="{1F5C0FE4-3366-48C2-9546-775858C08C47}" dt="2025-12-23T22:34:12.749" v="1910"/>
          <ac:spMkLst>
            <pc:docMk/>
            <pc:sldMk cId="3801193341" sldId="266"/>
            <ac:spMk id="4" creationId="{1ABD7332-F665-9F7F-32E1-54A8A4259FEE}"/>
          </ac:spMkLst>
        </pc:spChg>
        <pc:spChg chg="mod">
          <ac:chgData name="航平 宇野" userId="16dc946274204170" providerId="LiveId" clId="{1F5C0FE4-3366-48C2-9546-775858C08C47}" dt="2025-12-23T22:34:12.749" v="1910"/>
          <ac:spMkLst>
            <pc:docMk/>
            <pc:sldMk cId="3801193341" sldId="266"/>
            <ac:spMk id="5" creationId="{D4C41DAA-349D-5EC1-A228-9273F55E49E0}"/>
          </ac:spMkLst>
        </pc:spChg>
        <pc:spChg chg="mod">
          <ac:chgData name="航平 宇野" userId="16dc946274204170" providerId="LiveId" clId="{1F5C0FE4-3366-48C2-9546-775858C08C47}" dt="2025-12-23T22:34:12.749" v="1910"/>
          <ac:spMkLst>
            <pc:docMk/>
            <pc:sldMk cId="3801193341" sldId="266"/>
            <ac:spMk id="6" creationId="{63E1AD01-A3F2-AFC8-379E-75A62BD00F7D}"/>
          </ac:spMkLst>
        </pc:spChg>
        <pc:spChg chg="add mod">
          <ac:chgData name="航平 宇野" userId="16dc946274204170" providerId="LiveId" clId="{1F5C0FE4-3366-48C2-9546-775858C08C47}" dt="2025-12-14T07:34:45.707" v="793" actId="207"/>
          <ac:spMkLst>
            <pc:docMk/>
            <pc:sldMk cId="3801193341" sldId="266"/>
            <ac:spMk id="39" creationId="{9CBD8A9F-67CF-66E8-3EFD-8F7D82D00E32}"/>
          </ac:spMkLst>
        </pc:spChg>
        <pc:spChg chg="add mod">
          <ac:chgData name="航平 宇野" userId="16dc946274204170" providerId="LiveId" clId="{1F5C0FE4-3366-48C2-9546-775858C08C47}" dt="2025-12-23T22:33:31.066" v="1909" actId="20577"/>
          <ac:spMkLst>
            <pc:docMk/>
            <pc:sldMk cId="3801193341" sldId="266"/>
            <ac:spMk id="41" creationId="{5C56A050-8871-9E74-B373-AD83274105D9}"/>
          </ac:spMkLst>
        </pc:spChg>
        <pc:spChg chg="add mod">
          <ac:chgData name="航平 宇野" userId="16dc946274204170" providerId="LiveId" clId="{1F5C0FE4-3366-48C2-9546-775858C08C47}" dt="2025-12-23T22:56:15.856" v="2304" actId="20577"/>
          <ac:spMkLst>
            <pc:docMk/>
            <pc:sldMk cId="3801193341" sldId="266"/>
            <ac:spMk id="43" creationId="{21B9D5EA-94D8-95B4-F0C3-2978BD6EA84F}"/>
          </ac:spMkLst>
        </pc:spChg>
        <pc:grpChg chg="add mod">
          <ac:chgData name="航平 宇野" userId="16dc946274204170" providerId="LiveId" clId="{1F5C0FE4-3366-48C2-9546-775858C08C47}" dt="2025-12-23T22:34:12.749" v="1910"/>
          <ac:grpSpMkLst>
            <pc:docMk/>
            <pc:sldMk cId="3801193341" sldId="266"/>
            <ac:grpSpMk id="2" creationId="{DD2662BC-15BD-AF0E-4B56-F10081D38A99}"/>
          </ac:grpSpMkLst>
        </pc:grpChg>
        <pc:grpChg chg="add del mod">
          <ac:chgData name="航平 宇野" userId="16dc946274204170" providerId="LiveId" clId="{1F5C0FE4-3366-48C2-9546-775858C08C47}" dt="2025-12-23T22:34:17.095" v="1911" actId="21"/>
          <ac:grpSpMkLst>
            <pc:docMk/>
            <pc:sldMk cId="3801193341" sldId="266"/>
            <ac:grpSpMk id="38" creationId="{AD053A52-214C-A903-EB0C-6B01F391DA5C}"/>
          </ac:grpSpMkLst>
        </pc:grpChg>
      </pc:sldChg>
      <pc:sldChg chg="addSp delSp modSp add del mod modTransition">
        <pc:chgData name="航平 宇野" userId="16dc946274204170" providerId="LiveId" clId="{1F5C0FE4-3366-48C2-9546-775858C08C47}" dt="2025-12-23T22:34:39.778" v="1912" actId="2696"/>
        <pc:sldMkLst>
          <pc:docMk/>
          <pc:sldMk cId="3174984650" sldId="267"/>
        </pc:sldMkLst>
      </pc:sldChg>
      <pc:sldChg chg="addSp delSp modSp add del mod modTransition">
        <pc:chgData name="航平 宇野" userId="16dc946274204170" providerId="LiveId" clId="{1F5C0FE4-3366-48C2-9546-775858C08C47}" dt="2025-12-23T22:34:39.778" v="1912" actId="2696"/>
        <pc:sldMkLst>
          <pc:docMk/>
          <pc:sldMk cId="2145342844" sldId="268"/>
        </pc:sldMkLst>
      </pc:sldChg>
      <pc:sldChg chg="addSp delSp modSp add mod modTransition">
        <pc:chgData name="航平 宇野" userId="16dc946274204170" providerId="LiveId" clId="{1F5C0FE4-3366-48C2-9546-775858C08C47}" dt="2025-12-24T02:13:32.742" v="2411" actId="688"/>
        <pc:sldMkLst>
          <pc:docMk/>
          <pc:sldMk cId="4111941836" sldId="269"/>
        </pc:sldMkLst>
        <pc:spChg chg="add del mod">
          <ac:chgData name="航平 宇野" userId="16dc946274204170" providerId="LiveId" clId="{1F5C0FE4-3366-48C2-9546-775858C08C47}" dt="2025-12-23T22:41:56.944" v="1992" actId="21"/>
          <ac:spMkLst>
            <pc:docMk/>
            <pc:sldMk cId="4111941836" sldId="269"/>
            <ac:spMk id="3" creationId="{98E4A48C-05FC-1421-509F-E4F7565A4FFC}"/>
          </ac:spMkLst>
        </pc:spChg>
        <pc:spChg chg="add mod">
          <ac:chgData name="航平 宇野" userId="16dc946274204170" providerId="LiveId" clId="{1F5C0FE4-3366-48C2-9546-775858C08C47}" dt="2025-12-23T22:41:22.588" v="1990" actId="14100"/>
          <ac:spMkLst>
            <pc:docMk/>
            <pc:sldMk cId="4111941836" sldId="269"/>
            <ac:spMk id="4" creationId="{D8D449B5-C017-8856-7F67-7C171FE48095}"/>
          </ac:spMkLst>
        </pc:spChg>
        <pc:spChg chg="add mod">
          <ac:chgData name="航平 宇野" userId="16dc946274204170" providerId="LiveId" clId="{1F5C0FE4-3366-48C2-9546-775858C08C47}" dt="2025-12-23T22:46:13.556" v="2091" actId="255"/>
          <ac:spMkLst>
            <pc:docMk/>
            <pc:sldMk cId="4111941836" sldId="269"/>
            <ac:spMk id="5" creationId="{9DEBC55A-D09C-18A0-B1DC-35AD5926E034}"/>
          </ac:spMkLst>
        </pc:spChg>
        <pc:spChg chg="mod">
          <ac:chgData name="航平 宇野" userId="16dc946274204170" providerId="LiveId" clId="{1F5C0FE4-3366-48C2-9546-775858C08C47}" dt="2025-12-14T07:45:40.993" v="1282" actId="207"/>
          <ac:spMkLst>
            <pc:docMk/>
            <pc:sldMk cId="4111941836" sldId="269"/>
            <ac:spMk id="34" creationId="{09ABCEF4-4B42-5A43-3399-752C3A69DC50}"/>
          </ac:spMkLst>
        </pc:spChg>
        <pc:spChg chg="mod">
          <ac:chgData name="航平 宇野" userId="16dc946274204170" providerId="LiveId" clId="{1F5C0FE4-3366-48C2-9546-775858C08C47}" dt="2025-12-14T07:45:40.993" v="1282" actId="207"/>
          <ac:spMkLst>
            <pc:docMk/>
            <pc:sldMk cId="4111941836" sldId="269"/>
            <ac:spMk id="35" creationId="{71194B27-7FA6-8FDA-39F1-00C272F05DDD}"/>
          </ac:spMkLst>
        </pc:spChg>
        <pc:spChg chg="mod">
          <ac:chgData name="航平 宇野" userId="16dc946274204170" providerId="LiveId" clId="{1F5C0FE4-3366-48C2-9546-775858C08C47}" dt="2025-12-14T07:45:40.993" v="1282" actId="207"/>
          <ac:spMkLst>
            <pc:docMk/>
            <pc:sldMk cId="4111941836" sldId="269"/>
            <ac:spMk id="36" creationId="{0BB56513-88ED-0550-FEC2-5FD644105D91}"/>
          </ac:spMkLst>
        </pc:spChg>
        <pc:spChg chg="mod">
          <ac:chgData name="航平 宇野" userId="16dc946274204170" providerId="LiveId" clId="{1F5C0FE4-3366-48C2-9546-775858C08C47}" dt="2025-12-14T07:45:40.993" v="1282" actId="207"/>
          <ac:spMkLst>
            <pc:docMk/>
            <pc:sldMk cId="4111941836" sldId="269"/>
            <ac:spMk id="37" creationId="{6DF30C61-E645-BE29-00A1-1C27D97C496E}"/>
          </ac:spMkLst>
        </pc:spChg>
        <pc:spChg chg="mod">
          <ac:chgData name="航平 宇野" userId="16dc946274204170" providerId="LiveId" clId="{1F5C0FE4-3366-48C2-9546-775858C08C47}" dt="2025-12-24T02:11:41.631" v="2407" actId="20577"/>
          <ac:spMkLst>
            <pc:docMk/>
            <pc:sldMk cId="4111941836" sldId="269"/>
            <ac:spMk id="39" creationId="{C8BB13B9-207B-8647-57BE-527C44D49BF4}"/>
          </ac:spMkLst>
        </pc:spChg>
        <pc:grpChg chg="mod">
          <ac:chgData name="航平 宇野" userId="16dc946274204170" providerId="LiveId" clId="{1F5C0FE4-3366-48C2-9546-775858C08C47}" dt="2025-12-24T02:13:32.742" v="2411" actId="688"/>
          <ac:grpSpMkLst>
            <pc:docMk/>
            <pc:sldMk cId="4111941836" sldId="269"/>
            <ac:grpSpMk id="38" creationId="{765CEB2D-F56B-8A4F-D2F3-20EC2B749395}"/>
          </ac:grpSpMkLst>
        </pc:grpChg>
        <pc:graphicFrameChg chg="add mod modGraphic">
          <ac:chgData name="航平 宇野" userId="16dc946274204170" providerId="LiveId" clId="{1F5C0FE4-3366-48C2-9546-775858C08C47}" dt="2025-12-24T00:00:28.077" v="2322" actId="20577"/>
          <ac:graphicFrameMkLst>
            <pc:docMk/>
            <pc:sldMk cId="4111941836" sldId="269"/>
            <ac:graphicFrameMk id="2" creationId="{A5DBFC95-D107-2747-692F-B6D440BC5A4B}"/>
          </ac:graphicFrameMkLst>
        </pc:graphicFrameChg>
      </pc:sldChg>
      <pc:sldChg chg="addSp delSp modSp add mod ord modTransition">
        <pc:chgData name="航平 宇野" userId="16dc946274204170" providerId="LiveId" clId="{1F5C0FE4-3366-48C2-9546-775858C08C47}" dt="2025-12-24T02:13:17.256" v="2410" actId="688"/>
        <pc:sldMkLst>
          <pc:docMk/>
          <pc:sldMk cId="4172732910" sldId="270"/>
        </pc:sldMkLst>
        <pc:spChg chg="add del mod">
          <ac:chgData name="航平 宇野" userId="16dc946274204170" providerId="LiveId" clId="{1F5C0FE4-3366-48C2-9546-775858C08C47}" dt="2025-12-23T22:49:26.015" v="2135" actId="20577"/>
          <ac:spMkLst>
            <pc:docMk/>
            <pc:sldMk cId="4172732910" sldId="270"/>
            <ac:spMk id="2" creationId="{AB393B3A-ED1F-08CB-7EC6-44757C0E00FD}"/>
          </ac:spMkLst>
        </pc:spChg>
        <pc:spChg chg="mod">
          <ac:chgData name="航平 宇野" userId="16dc946274204170" providerId="LiveId" clId="{1F5C0FE4-3366-48C2-9546-775858C08C47}" dt="2025-12-24T01:31:11.815" v="2397" actId="20577"/>
          <ac:spMkLst>
            <pc:docMk/>
            <pc:sldMk cId="4172732910" sldId="270"/>
            <ac:spMk id="3" creationId="{C5C2C3A6-6D61-7833-A70A-6D6147C40393}"/>
          </ac:spMkLst>
        </pc:spChg>
        <pc:spChg chg="mod">
          <ac:chgData name="航平 宇野" userId="16dc946274204170" providerId="LiveId" clId="{1F5C0FE4-3366-48C2-9546-775858C08C47}" dt="2025-12-14T07:50:43.805" v="1310" actId="207"/>
          <ac:spMkLst>
            <pc:docMk/>
            <pc:sldMk cId="4172732910" sldId="270"/>
            <ac:spMk id="34" creationId="{F80F3642-3FDB-3CC7-4595-90F190086B11}"/>
          </ac:spMkLst>
        </pc:spChg>
        <pc:spChg chg="mod">
          <ac:chgData name="航平 宇野" userId="16dc946274204170" providerId="LiveId" clId="{1F5C0FE4-3366-48C2-9546-775858C08C47}" dt="2025-12-14T07:50:43.805" v="1310" actId="207"/>
          <ac:spMkLst>
            <pc:docMk/>
            <pc:sldMk cId="4172732910" sldId="270"/>
            <ac:spMk id="35" creationId="{DA0CA67C-94D3-81B8-07A6-735DDF5ABAC3}"/>
          </ac:spMkLst>
        </pc:spChg>
        <pc:spChg chg="mod">
          <ac:chgData name="航平 宇野" userId="16dc946274204170" providerId="LiveId" clId="{1F5C0FE4-3366-48C2-9546-775858C08C47}" dt="2025-12-14T07:50:43.805" v="1310" actId="207"/>
          <ac:spMkLst>
            <pc:docMk/>
            <pc:sldMk cId="4172732910" sldId="270"/>
            <ac:spMk id="36" creationId="{ABC416B4-B404-8418-BC99-7AB87C67A380}"/>
          </ac:spMkLst>
        </pc:spChg>
        <pc:spChg chg="mod">
          <ac:chgData name="航平 宇野" userId="16dc946274204170" providerId="LiveId" clId="{1F5C0FE4-3366-48C2-9546-775858C08C47}" dt="2025-12-14T07:50:43.805" v="1310" actId="207"/>
          <ac:spMkLst>
            <pc:docMk/>
            <pc:sldMk cId="4172732910" sldId="270"/>
            <ac:spMk id="37" creationId="{8E5122BA-0CFD-E09D-1558-60B341840FD7}"/>
          </ac:spMkLst>
        </pc:spChg>
        <pc:spChg chg="mod">
          <ac:chgData name="航平 宇野" userId="16dc946274204170" providerId="LiveId" clId="{1F5C0FE4-3366-48C2-9546-775858C08C47}" dt="2025-12-24T02:11:36.644" v="2404" actId="20577"/>
          <ac:spMkLst>
            <pc:docMk/>
            <pc:sldMk cId="4172732910" sldId="270"/>
            <ac:spMk id="39" creationId="{42EA057D-0CB7-9032-9565-B8605CF332FE}"/>
          </ac:spMkLst>
        </pc:spChg>
        <pc:grpChg chg="mod">
          <ac:chgData name="航平 宇野" userId="16dc946274204170" providerId="LiveId" clId="{1F5C0FE4-3366-48C2-9546-775858C08C47}" dt="2025-12-24T02:13:17.256" v="2410" actId="688"/>
          <ac:grpSpMkLst>
            <pc:docMk/>
            <pc:sldMk cId="4172732910" sldId="270"/>
            <ac:grpSpMk id="38" creationId="{0D36327C-A8B9-FF30-53AF-D81827B04D0D}"/>
          </ac:grpSpMkLst>
        </pc:grpChg>
      </pc:sldChg>
      <pc:sldChg chg="modSp add mod ord">
        <pc:chgData name="航平 宇野" userId="16dc946274204170" providerId="LiveId" clId="{1F5C0FE4-3366-48C2-9546-775858C08C47}" dt="2025-12-24T02:13:57.024" v="2431" actId="20577"/>
        <pc:sldMkLst>
          <pc:docMk/>
          <pc:sldMk cId="4188789251" sldId="271"/>
        </pc:sldMkLst>
        <pc:spChg chg="mod">
          <ac:chgData name="航平 宇野" userId="16dc946274204170" providerId="LiveId" clId="{1F5C0FE4-3366-48C2-9546-775858C08C47}" dt="2025-12-23T22:35:12.079" v="1926" actId="20577"/>
          <ac:spMkLst>
            <pc:docMk/>
            <pc:sldMk cId="4188789251" sldId="271"/>
            <ac:spMk id="2" creationId="{D66ED26E-016E-EE43-65A4-A6670D2DC8D6}"/>
          </ac:spMkLst>
        </pc:spChg>
        <pc:spChg chg="mod">
          <ac:chgData name="航平 宇野" userId="16dc946274204170" providerId="LiveId" clId="{1F5C0FE4-3366-48C2-9546-775858C08C47}" dt="2025-12-24T02:13:57.024" v="2431" actId="20577"/>
          <ac:spMkLst>
            <pc:docMk/>
            <pc:sldMk cId="4188789251" sldId="271"/>
            <ac:spMk id="3" creationId="{AB2ED7B9-AF32-8BE5-4FFA-1894E6F69987}"/>
          </ac:spMkLst>
        </pc:spChg>
        <pc:spChg chg="mod">
          <ac:chgData name="航平 宇野" userId="16dc946274204170" providerId="LiveId" clId="{1F5C0FE4-3366-48C2-9546-775858C08C47}" dt="2025-12-14T23:17:17.469" v="1622" actId="207"/>
          <ac:spMkLst>
            <pc:docMk/>
            <pc:sldMk cId="4188789251" sldId="271"/>
            <ac:spMk id="34" creationId="{1E4D70BF-CB36-A2DF-40EC-B92104CCE5C7}"/>
          </ac:spMkLst>
        </pc:spChg>
        <pc:spChg chg="mod">
          <ac:chgData name="航平 宇野" userId="16dc946274204170" providerId="LiveId" clId="{1F5C0FE4-3366-48C2-9546-775858C08C47}" dt="2025-12-14T23:17:17.469" v="1622" actId="207"/>
          <ac:spMkLst>
            <pc:docMk/>
            <pc:sldMk cId="4188789251" sldId="271"/>
            <ac:spMk id="35" creationId="{BAFA6093-2AD3-5D12-D0C6-73BFC3F4C894}"/>
          </ac:spMkLst>
        </pc:spChg>
        <pc:spChg chg="mod">
          <ac:chgData name="航平 宇野" userId="16dc946274204170" providerId="LiveId" clId="{1F5C0FE4-3366-48C2-9546-775858C08C47}" dt="2025-12-14T23:17:17.469" v="1622" actId="207"/>
          <ac:spMkLst>
            <pc:docMk/>
            <pc:sldMk cId="4188789251" sldId="271"/>
            <ac:spMk id="36" creationId="{0E07D07F-0774-84FD-91FA-AB617EBC2E1E}"/>
          </ac:spMkLst>
        </pc:spChg>
        <pc:spChg chg="mod">
          <ac:chgData name="航平 宇野" userId="16dc946274204170" providerId="LiveId" clId="{1F5C0FE4-3366-48C2-9546-775858C08C47}" dt="2025-12-14T23:17:17.469" v="1622" actId="207"/>
          <ac:spMkLst>
            <pc:docMk/>
            <pc:sldMk cId="4188789251" sldId="271"/>
            <ac:spMk id="37" creationId="{63B7F72B-6084-52AA-5A57-64D2179D5ACA}"/>
          </ac:spMkLst>
        </pc:spChg>
        <pc:spChg chg="mod">
          <ac:chgData name="航平 宇野" userId="16dc946274204170" providerId="LiveId" clId="{1F5C0FE4-3366-48C2-9546-775858C08C47}" dt="2025-12-23T22:37:52.189" v="1935" actId="20577"/>
          <ac:spMkLst>
            <pc:docMk/>
            <pc:sldMk cId="4188789251" sldId="271"/>
            <ac:spMk id="39" creationId="{E79D26D5-D6D1-6DD6-D017-BA26F18E8C4C}"/>
          </ac:spMkLst>
        </pc:spChg>
        <pc:grpChg chg="mod">
          <ac:chgData name="航平 宇野" userId="16dc946274204170" providerId="LiveId" clId="{1F5C0FE4-3366-48C2-9546-775858C08C47}" dt="2025-12-23T23:04:21.981" v="2311" actId="688"/>
          <ac:grpSpMkLst>
            <pc:docMk/>
            <pc:sldMk cId="4188789251" sldId="271"/>
            <ac:grpSpMk id="38" creationId="{B5A2EACB-3974-93BF-99F4-8C361C3C269F}"/>
          </ac:grpSpMkLst>
        </pc:grpChg>
      </pc:sldChg>
      <pc:sldChg chg="modSp del mod">
        <pc:chgData name="航平 宇野" userId="16dc946274204170" providerId="LiveId" clId="{1F5C0FE4-3366-48C2-9546-775858C08C47}" dt="2025-12-23T22:52:37.448" v="2285" actId="2696"/>
        <pc:sldMkLst>
          <pc:docMk/>
          <pc:sldMk cId="1045111319" sldId="272"/>
        </pc:sldMkLst>
        <pc:spChg chg="mod">
          <ac:chgData name="航平 宇野" userId="16dc946274204170" providerId="LiveId" clId="{1F5C0FE4-3366-48C2-9546-775858C08C47}" dt="2025-12-23T22:52:30.357" v="2284" actId="20577"/>
          <ac:spMkLst>
            <pc:docMk/>
            <pc:sldMk cId="1045111319" sldId="272"/>
            <ac:spMk id="39" creationId="{63F9F2CC-8C2F-2703-4DA4-BEB1BB73BFDF}"/>
          </ac:spMkLst>
        </pc:spChg>
      </pc:sldChg>
      <pc:sldChg chg="del">
        <pc:chgData name="航平 宇野" userId="16dc946274204170" providerId="LiveId" clId="{1F5C0FE4-3366-48C2-9546-775858C08C47}" dt="2025-12-23T22:52:37.448" v="2285" actId="2696"/>
        <pc:sldMkLst>
          <pc:docMk/>
          <pc:sldMk cId="3710346757" sldId="273"/>
        </pc:sldMkLst>
      </pc:sldChg>
      <pc:sldChg chg="addSp delSp modSp new mod">
        <pc:chgData name="航平 宇野" userId="16dc946274204170" providerId="LiveId" clId="{1F5C0FE4-3366-48C2-9546-775858C08C47}" dt="2025-12-23T21:59:55.567" v="1865" actId="255"/>
        <pc:sldMkLst>
          <pc:docMk/>
          <pc:sldMk cId="3958299134" sldId="274"/>
        </pc:sldMkLst>
        <pc:spChg chg="del">
          <ac:chgData name="航平 宇野" userId="16dc946274204170" providerId="LiveId" clId="{1F5C0FE4-3366-48C2-9546-775858C08C47}" dt="2025-12-23T21:31:27.577" v="1625" actId="21"/>
          <ac:spMkLst>
            <pc:docMk/>
            <pc:sldMk cId="3958299134" sldId="274"/>
            <ac:spMk id="2" creationId="{68BD9803-A6D3-06B1-6845-0B1AAFD6C47E}"/>
          </ac:spMkLst>
        </pc:spChg>
        <pc:spChg chg="del">
          <ac:chgData name="航平 宇野" userId="16dc946274204170" providerId="LiveId" clId="{1F5C0FE4-3366-48C2-9546-775858C08C47}" dt="2025-12-23T21:31:36.120" v="1626" actId="21"/>
          <ac:spMkLst>
            <pc:docMk/>
            <pc:sldMk cId="3958299134" sldId="274"/>
            <ac:spMk id="3" creationId="{EDB5505E-0C32-0924-A184-C4475FD3EE50}"/>
          </ac:spMkLst>
        </pc:spChg>
        <pc:spChg chg="add del mod topLvl">
          <ac:chgData name="航平 宇野" userId="16dc946274204170" providerId="LiveId" clId="{1F5C0FE4-3366-48C2-9546-775858C08C47}" dt="2025-12-23T21:51:13.796" v="1750" actId="21"/>
          <ac:spMkLst>
            <pc:docMk/>
            <pc:sldMk cId="3958299134" sldId="274"/>
            <ac:spMk id="4" creationId="{110A41DF-3452-82E2-E172-829FA84938AB}"/>
          </ac:spMkLst>
        </pc:spChg>
        <pc:spChg chg="add mod">
          <ac:chgData name="航平 宇野" userId="16dc946274204170" providerId="LiveId" clId="{1F5C0FE4-3366-48C2-9546-775858C08C47}" dt="2025-12-23T21:31:55.219" v="1628"/>
          <ac:spMkLst>
            <pc:docMk/>
            <pc:sldMk cId="3958299134" sldId="274"/>
            <ac:spMk id="5" creationId="{A750CF9B-309B-B9B1-3837-58C9D7AD9CBC}"/>
          </ac:spMkLst>
        </pc:spChg>
        <pc:spChg chg="add mod">
          <ac:chgData name="航平 宇野" userId="16dc946274204170" providerId="LiveId" clId="{1F5C0FE4-3366-48C2-9546-775858C08C47}" dt="2025-12-23T21:31:56.467" v="1629"/>
          <ac:spMkLst>
            <pc:docMk/>
            <pc:sldMk cId="3958299134" sldId="274"/>
            <ac:spMk id="6" creationId="{1B350CBC-9A19-6B89-498A-F97E53853F47}"/>
          </ac:spMkLst>
        </pc:spChg>
        <pc:spChg chg="add mod">
          <ac:chgData name="航平 宇野" userId="16dc946274204170" providerId="LiveId" clId="{1F5C0FE4-3366-48C2-9546-775858C08C47}" dt="2025-12-23T21:31:58.059" v="1630"/>
          <ac:spMkLst>
            <pc:docMk/>
            <pc:sldMk cId="3958299134" sldId="274"/>
            <ac:spMk id="7" creationId="{3DAAA4F0-5A93-87C8-F849-68DEC14A8EA0}"/>
          </ac:spMkLst>
        </pc:spChg>
        <pc:spChg chg="add mod">
          <ac:chgData name="航平 宇野" userId="16dc946274204170" providerId="LiveId" clId="{1F5C0FE4-3366-48C2-9546-775858C08C47}" dt="2025-12-23T21:32:01.668" v="1631"/>
          <ac:spMkLst>
            <pc:docMk/>
            <pc:sldMk cId="3958299134" sldId="274"/>
            <ac:spMk id="8" creationId="{091CE03C-2DE3-6370-658D-5FA9C77519CE}"/>
          </ac:spMkLst>
        </pc:spChg>
        <pc:spChg chg="add del mod topLvl">
          <ac:chgData name="航平 宇野" userId="16dc946274204170" providerId="LiveId" clId="{1F5C0FE4-3366-48C2-9546-775858C08C47}" dt="2025-12-23T21:51:03.027" v="1746" actId="21"/>
          <ac:spMkLst>
            <pc:docMk/>
            <pc:sldMk cId="3958299134" sldId="274"/>
            <ac:spMk id="9" creationId="{BBFD0857-2BCE-C5E2-0B05-5B0338BC2E12}"/>
          </ac:spMkLst>
        </pc:spChg>
        <pc:spChg chg="add del mod topLvl">
          <ac:chgData name="航平 宇野" userId="16dc946274204170" providerId="LiveId" clId="{1F5C0FE4-3366-48C2-9546-775858C08C47}" dt="2025-12-23T21:51:07.090" v="1747" actId="21"/>
          <ac:spMkLst>
            <pc:docMk/>
            <pc:sldMk cId="3958299134" sldId="274"/>
            <ac:spMk id="10" creationId="{1F52F603-10A2-5082-0AD9-9052541C46DB}"/>
          </ac:spMkLst>
        </pc:spChg>
        <pc:spChg chg="add del mod topLvl">
          <ac:chgData name="航平 宇野" userId="16dc946274204170" providerId="LiveId" clId="{1F5C0FE4-3366-48C2-9546-775858C08C47}" dt="2025-12-23T21:51:11.246" v="1748" actId="21"/>
          <ac:spMkLst>
            <pc:docMk/>
            <pc:sldMk cId="3958299134" sldId="274"/>
            <ac:spMk id="11" creationId="{17BE923B-41A4-31FB-2A16-2012C143600C}"/>
          </ac:spMkLst>
        </pc:spChg>
        <pc:spChg chg="add del mod topLvl">
          <ac:chgData name="航平 宇野" userId="16dc946274204170" providerId="LiveId" clId="{1F5C0FE4-3366-48C2-9546-775858C08C47}" dt="2025-12-23T21:51:12.546" v="1749" actId="21"/>
          <ac:spMkLst>
            <pc:docMk/>
            <pc:sldMk cId="3958299134" sldId="274"/>
            <ac:spMk id="12" creationId="{784863E6-F472-27C3-249D-72157E450631}"/>
          </ac:spMkLst>
        </pc:spChg>
        <pc:spChg chg="add del mod">
          <ac:chgData name="航平 宇野" userId="16dc946274204170" providerId="LiveId" clId="{1F5C0FE4-3366-48C2-9546-775858C08C47}" dt="2025-12-23T21:33:56.034" v="1655" actId="21"/>
          <ac:spMkLst>
            <pc:docMk/>
            <pc:sldMk cId="3958299134" sldId="274"/>
            <ac:spMk id="13" creationId="{E2ED9483-B2BE-7791-48F0-5B9DF399A4A6}"/>
          </ac:spMkLst>
        </pc:spChg>
        <pc:spChg chg="add del mod topLvl">
          <ac:chgData name="航平 宇野" userId="16dc946274204170" providerId="LiveId" clId="{1F5C0FE4-3366-48C2-9546-775858C08C47}" dt="2025-12-23T21:50:49.144" v="1745" actId="478"/>
          <ac:spMkLst>
            <pc:docMk/>
            <pc:sldMk cId="3958299134" sldId="274"/>
            <ac:spMk id="14" creationId="{4B19E930-1A9C-C72D-B005-F567F0084294}"/>
          </ac:spMkLst>
        </pc:spChg>
        <pc:spChg chg="add del mod topLvl">
          <ac:chgData name="航平 宇野" userId="16dc946274204170" providerId="LiveId" clId="{1F5C0FE4-3366-48C2-9546-775858C08C47}" dt="2025-12-23T21:50:49.144" v="1745" actId="478"/>
          <ac:spMkLst>
            <pc:docMk/>
            <pc:sldMk cId="3958299134" sldId="274"/>
            <ac:spMk id="15" creationId="{5FFF2324-3F3C-1657-62C0-CF37445F0385}"/>
          </ac:spMkLst>
        </pc:spChg>
        <pc:spChg chg="add del mod topLvl">
          <ac:chgData name="航平 宇野" userId="16dc946274204170" providerId="LiveId" clId="{1F5C0FE4-3366-48C2-9546-775858C08C47}" dt="2025-12-23T21:50:49.144" v="1745" actId="478"/>
          <ac:spMkLst>
            <pc:docMk/>
            <pc:sldMk cId="3958299134" sldId="274"/>
            <ac:spMk id="16" creationId="{5C091A14-37E0-EDAD-9D04-4A9AC9271357}"/>
          </ac:spMkLst>
        </pc:spChg>
        <pc:spChg chg="add del mod">
          <ac:chgData name="航平 宇野" userId="16dc946274204170" providerId="LiveId" clId="{1F5C0FE4-3366-48C2-9546-775858C08C47}" dt="2025-12-23T21:50:49.144" v="1745" actId="478"/>
          <ac:spMkLst>
            <pc:docMk/>
            <pc:sldMk cId="3958299134" sldId="274"/>
            <ac:spMk id="17" creationId="{893D68F5-0A19-CF8B-B71C-427C4DFF8807}"/>
          </ac:spMkLst>
        </pc:spChg>
        <pc:spChg chg="add del mod">
          <ac:chgData name="航平 宇野" userId="16dc946274204170" providerId="LiveId" clId="{1F5C0FE4-3366-48C2-9546-775858C08C47}" dt="2025-12-23T21:34:06.256" v="1658" actId="21"/>
          <ac:spMkLst>
            <pc:docMk/>
            <pc:sldMk cId="3958299134" sldId="274"/>
            <ac:spMk id="18" creationId="{7EC98AD8-2A4B-0972-DB45-0FD8687327F0}"/>
          </ac:spMkLst>
        </pc:spChg>
        <pc:spChg chg="add del mod topLvl">
          <ac:chgData name="航平 宇野" userId="16dc946274204170" providerId="LiveId" clId="{1F5C0FE4-3366-48C2-9546-775858C08C47}" dt="2025-12-23T21:51:22.707" v="1753" actId="478"/>
          <ac:spMkLst>
            <pc:docMk/>
            <pc:sldMk cId="3958299134" sldId="274"/>
            <ac:spMk id="19" creationId="{9407521C-EF9C-A5E9-17D3-C939818A7576}"/>
          </ac:spMkLst>
        </pc:spChg>
        <pc:spChg chg="add del mod">
          <ac:chgData name="航平 宇野" userId="16dc946274204170" providerId="LiveId" clId="{1F5C0FE4-3366-48C2-9546-775858C08C47}" dt="2025-12-23T21:51:20.396" v="1752" actId="478"/>
          <ac:spMkLst>
            <pc:docMk/>
            <pc:sldMk cId="3958299134" sldId="274"/>
            <ac:spMk id="20" creationId="{B51F6AD8-9111-EA7A-6530-6B6EDC7E6EF3}"/>
          </ac:spMkLst>
        </pc:spChg>
        <pc:spChg chg="add del mod topLvl">
          <ac:chgData name="航平 宇野" userId="16dc946274204170" providerId="LiveId" clId="{1F5C0FE4-3366-48C2-9546-775858C08C47}" dt="2025-12-23T21:51:20.396" v="1752" actId="478"/>
          <ac:spMkLst>
            <pc:docMk/>
            <pc:sldMk cId="3958299134" sldId="274"/>
            <ac:spMk id="21" creationId="{504D9753-9B26-5C78-F9D7-CEC0045A14E5}"/>
          </ac:spMkLst>
        </pc:spChg>
        <pc:spChg chg="add del mod">
          <ac:chgData name="航平 宇野" userId="16dc946274204170" providerId="LiveId" clId="{1F5C0FE4-3366-48C2-9546-775858C08C47}" dt="2025-12-23T21:34:12.753" v="1660" actId="21"/>
          <ac:spMkLst>
            <pc:docMk/>
            <pc:sldMk cId="3958299134" sldId="274"/>
            <ac:spMk id="22" creationId="{E096D8EC-2A40-21E3-2962-2505BB93DA11}"/>
          </ac:spMkLst>
        </pc:spChg>
        <pc:spChg chg="add del mod">
          <ac:chgData name="航平 宇野" userId="16dc946274204170" providerId="LiveId" clId="{1F5C0FE4-3366-48C2-9546-775858C08C47}" dt="2025-12-23T21:34:09.798" v="1659" actId="21"/>
          <ac:spMkLst>
            <pc:docMk/>
            <pc:sldMk cId="3958299134" sldId="274"/>
            <ac:spMk id="23" creationId="{CAE9F960-907C-2ACB-9DAC-382BF89E319D}"/>
          </ac:spMkLst>
        </pc:spChg>
        <pc:spChg chg="add del mod">
          <ac:chgData name="航平 宇野" userId="16dc946274204170" providerId="LiveId" clId="{1F5C0FE4-3366-48C2-9546-775858C08C47}" dt="2025-12-23T21:51:23.293" v="1754" actId="478"/>
          <ac:spMkLst>
            <pc:docMk/>
            <pc:sldMk cId="3958299134" sldId="274"/>
            <ac:spMk id="24" creationId="{684ED0EC-0AF6-6516-DBB1-9CB2166A7259}"/>
          </ac:spMkLst>
        </pc:spChg>
        <pc:spChg chg="add del mod">
          <ac:chgData name="航平 宇野" userId="16dc946274204170" providerId="LiveId" clId="{1F5C0FE4-3366-48C2-9546-775858C08C47}" dt="2025-12-23T21:51:23.666" v="1755" actId="478"/>
          <ac:spMkLst>
            <pc:docMk/>
            <pc:sldMk cId="3958299134" sldId="274"/>
            <ac:spMk id="25" creationId="{F894526E-D129-FD32-F13A-CD8D12A4AD7B}"/>
          </ac:spMkLst>
        </pc:spChg>
        <pc:spChg chg="add del mod">
          <ac:chgData name="航平 宇野" userId="16dc946274204170" providerId="LiveId" clId="{1F5C0FE4-3366-48C2-9546-775858C08C47}" dt="2025-12-23T21:34:09.798" v="1659" actId="21"/>
          <ac:spMkLst>
            <pc:docMk/>
            <pc:sldMk cId="3958299134" sldId="274"/>
            <ac:spMk id="26" creationId="{7F4240A9-0060-B37A-C8A6-66E3001366EE}"/>
          </ac:spMkLst>
        </pc:spChg>
        <pc:spChg chg="add del mod">
          <ac:chgData name="航平 宇野" userId="16dc946274204170" providerId="LiveId" clId="{1F5C0FE4-3366-48C2-9546-775858C08C47}" dt="2025-12-23T21:34:09.798" v="1659" actId="21"/>
          <ac:spMkLst>
            <pc:docMk/>
            <pc:sldMk cId="3958299134" sldId="274"/>
            <ac:spMk id="27" creationId="{FFAAE4F7-2BFC-7B01-51F8-894E3A40E777}"/>
          </ac:spMkLst>
        </pc:spChg>
        <pc:spChg chg="add mod">
          <ac:chgData name="航平 宇野" userId="16dc946274204170" providerId="LiveId" clId="{1F5C0FE4-3366-48C2-9546-775858C08C47}" dt="2025-12-23T21:34:00.186" v="1657"/>
          <ac:spMkLst>
            <pc:docMk/>
            <pc:sldMk cId="3958299134" sldId="274"/>
            <ac:spMk id="28" creationId="{F1E0910A-AC8C-27A4-E6C5-7C213EF94D7B}"/>
          </ac:spMkLst>
        </pc:spChg>
        <pc:spChg chg="add del mod ord">
          <ac:chgData name="航平 宇野" userId="16dc946274204170" providerId="LiveId" clId="{1F5C0FE4-3366-48C2-9546-775858C08C47}" dt="2025-12-23T21:45:15.279" v="1691" actId="21"/>
          <ac:spMkLst>
            <pc:docMk/>
            <pc:sldMk cId="3958299134" sldId="274"/>
            <ac:spMk id="46" creationId="{B4620A82-0A0D-454F-F715-0937EFE254A1}"/>
          </ac:spMkLst>
        </pc:spChg>
        <pc:spChg chg="mod">
          <ac:chgData name="航平 宇野" userId="16dc946274204170" providerId="LiveId" clId="{1F5C0FE4-3366-48C2-9546-775858C08C47}" dt="2025-12-23T21:43:43.390" v="1690"/>
          <ac:spMkLst>
            <pc:docMk/>
            <pc:sldMk cId="3958299134" sldId="274"/>
            <ac:spMk id="49" creationId="{5B5B9FF9-384A-0990-9FFC-2CC89F8392BE}"/>
          </ac:spMkLst>
        </pc:spChg>
        <pc:spChg chg="mod">
          <ac:chgData name="航平 宇野" userId="16dc946274204170" providerId="LiveId" clId="{1F5C0FE4-3366-48C2-9546-775858C08C47}" dt="2025-12-23T21:43:43.390" v="1690"/>
          <ac:spMkLst>
            <pc:docMk/>
            <pc:sldMk cId="3958299134" sldId="274"/>
            <ac:spMk id="50" creationId="{722661F6-4D16-14E6-2E04-81C9F168E1EE}"/>
          </ac:spMkLst>
        </pc:spChg>
        <pc:spChg chg="mod">
          <ac:chgData name="航平 宇野" userId="16dc946274204170" providerId="LiveId" clId="{1F5C0FE4-3366-48C2-9546-775858C08C47}" dt="2025-12-23T21:43:43.390" v="1690"/>
          <ac:spMkLst>
            <pc:docMk/>
            <pc:sldMk cId="3958299134" sldId="274"/>
            <ac:spMk id="51" creationId="{C5E35724-02B4-8D2B-6474-9F93115592C3}"/>
          </ac:spMkLst>
        </pc:spChg>
        <pc:spChg chg="mod">
          <ac:chgData name="航平 宇野" userId="16dc946274204170" providerId="LiveId" clId="{1F5C0FE4-3366-48C2-9546-775858C08C47}" dt="2025-12-23T21:43:43.390" v="1690"/>
          <ac:spMkLst>
            <pc:docMk/>
            <pc:sldMk cId="3958299134" sldId="274"/>
            <ac:spMk id="52" creationId="{013E678D-1AE9-B6B3-9697-E7000FFFB30C}"/>
          </ac:spMkLst>
        </pc:spChg>
        <pc:spChg chg="mod">
          <ac:chgData name="航平 宇野" userId="16dc946274204170" providerId="LiveId" clId="{1F5C0FE4-3366-48C2-9546-775858C08C47}" dt="2025-12-23T21:43:43.390" v="1690"/>
          <ac:spMkLst>
            <pc:docMk/>
            <pc:sldMk cId="3958299134" sldId="274"/>
            <ac:spMk id="56" creationId="{E2AAB6AD-D81B-FEB1-298F-F1155294BFE7}"/>
          </ac:spMkLst>
        </pc:spChg>
        <pc:spChg chg="add del mod">
          <ac:chgData name="航平 宇野" userId="16dc946274204170" providerId="LiveId" clId="{1F5C0FE4-3366-48C2-9546-775858C08C47}" dt="2025-12-23T21:49:41.651" v="1728" actId="21"/>
          <ac:spMkLst>
            <pc:docMk/>
            <pc:sldMk cId="3958299134" sldId="274"/>
            <ac:spMk id="1030" creationId="{86BABFC4-03E1-4C59-01FD-9ACE7BC0396F}"/>
          </ac:spMkLst>
        </pc:spChg>
        <pc:spChg chg="add mod">
          <ac:chgData name="航平 宇野" userId="16dc946274204170" providerId="LiveId" clId="{1F5C0FE4-3366-48C2-9546-775858C08C47}" dt="2025-12-23T21:55:01.649" v="1776" actId="113"/>
          <ac:spMkLst>
            <pc:docMk/>
            <pc:sldMk cId="3958299134" sldId="274"/>
            <ac:spMk id="1031" creationId="{1A89691F-B14B-59F9-69DA-A643E3A1E863}"/>
          </ac:spMkLst>
        </pc:spChg>
        <pc:spChg chg="add mod">
          <ac:chgData name="航平 宇野" userId="16dc946274204170" providerId="LiveId" clId="{1F5C0FE4-3366-48C2-9546-775858C08C47}" dt="2025-12-23T21:59:55.567" v="1865" actId="255"/>
          <ac:spMkLst>
            <pc:docMk/>
            <pc:sldMk cId="3958299134" sldId="274"/>
            <ac:spMk id="1033" creationId="{BD945E20-3406-1BFC-440C-27FAE0DA094B}"/>
          </ac:spMkLst>
        </pc:spChg>
        <pc:grpChg chg="add del">
          <ac:chgData name="航平 宇野" userId="16dc946274204170" providerId="LiveId" clId="{1F5C0FE4-3366-48C2-9546-775858C08C47}" dt="2025-12-23T21:41:53.952" v="1679" actId="21"/>
          <ac:grpSpMkLst>
            <pc:docMk/>
            <pc:sldMk cId="3958299134" sldId="274"/>
            <ac:grpSpMk id="45" creationId="{01029B65-2344-5FB0-AE57-B1E3111EC08F}"/>
          </ac:grpSpMkLst>
        </pc:grpChg>
        <pc:picChg chg="add del mod ord">
          <ac:chgData name="航平 宇野" userId="16dc946274204170" providerId="LiveId" clId="{1F5C0FE4-3366-48C2-9546-775858C08C47}" dt="2025-12-23T21:40:27.386" v="1667" actId="21"/>
          <ac:picMkLst>
            <pc:docMk/>
            <pc:sldMk cId="3958299134" sldId="274"/>
            <ac:picMk id="30" creationId="{FE9348EA-45A6-50FF-E9EC-3383BFB8B40E}"/>
          </ac:picMkLst>
        </pc:picChg>
        <pc:picChg chg="add del mod ord">
          <ac:chgData name="航平 宇野" userId="16dc946274204170" providerId="LiveId" clId="{1F5C0FE4-3366-48C2-9546-775858C08C47}" dt="2025-12-23T21:41:58.727" v="1680" actId="21"/>
          <ac:picMkLst>
            <pc:docMk/>
            <pc:sldMk cId="3958299134" sldId="274"/>
            <ac:picMk id="32" creationId="{2A7140F0-A48D-6CC8-5DE3-F7050E9DCA95}"/>
          </ac:picMkLst>
        </pc:picChg>
        <pc:picChg chg="add mod">
          <ac:chgData name="航平 宇野" userId="16dc946274204170" providerId="LiveId" clId="{1F5C0FE4-3366-48C2-9546-775858C08C47}" dt="2025-12-23T21:42:31.650" v="1684" actId="14100"/>
          <ac:picMkLst>
            <pc:docMk/>
            <pc:sldMk cId="3958299134" sldId="274"/>
            <ac:picMk id="47" creationId="{73EA5F0B-5982-13E9-A529-1F25ACFA5441}"/>
          </ac:picMkLst>
        </pc:picChg>
        <pc:picChg chg="add del mod">
          <ac:chgData name="航平 宇野" userId="16dc946274204170" providerId="LiveId" clId="{1F5C0FE4-3366-48C2-9546-775858C08C47}" dt="2025-12-23T21:51:27.695" v="1757" actId="21"/>
          <ac:picMkLst>
            <pc:docMk/>
            <pc:sldMk cId="3958299134" sldId="274"/>
            <ac:picMk id="1026" creationId="{48B5B47F-A374-2F36-0CFF-FCD5FE53CB15}"/>
          </ac:picMkLst>
        </pc:picChg>
        <pc:picChg chg="mod">
          <ac:chgData name="航平 宇野" userId="16dc946274204170" providerId="LiveId" clId="{1F5C0FE4-3366-48C2-9546-775858C08C47}" dt="2025-12-23T21:46:01.291" v="1700" actId="962"/>
          <ac:picMkLst>
            <pc:docMk/>
            <pc:sldMk cId="3958299134" sldId="274"/>
            <ac:picMk id="1028" creationId="{9DA901C9-E5DB-28D7-F8F1-C44E23A5BEBF}"/>
          </ac:picMkLst>
        </pc:picChg>
        <pc:picChg chg="add del">
          <ac:chgData name="航平 宇野" userId="16dc946274204170" providerId="LiveId" clId="{1F5C0FE4-3366-48C2-9546-775858C08C47}" dt="2025-12-23T21:52:44.098" v="1766" actId="21"/>
          <ac:picMkLst>
            <pc:docMk/>
            <pc:sldMk cId="3958299134" sldId="274"/>
            <ac:picMk id="1032" creationId="{AD762630-36A9-1C27-13E9-2ED64856FBE4}"/>
          </ac:picMkLst>
        </pc:picChg>
      </pc:sldChg>
      <pc:sldMasterChg chg="modSp modSldLayout">
        <pc:chgData name="航平 宇野" userId="16dc946274204170" providerId="LiveId" clId="{1F5C0FE4-3366-48C2-9546-775858C08C47}" dt="2025-12-14T01:57:58.027" v="34"/>
        <pc:sldMasterMkLst>
          <pc:docMk/>
          <pc:sldMasterMk cId="2209977519" sldId="2147483648"/>
        </pc:sldMasterMkLst>
        <pc:spChg chg="mod">
          <ac:chgData name="航平 宇野" userId="16dc946274204170" providerId="LiveId" clId="{1F5C0FE4-3366-48C2-9546-775858C08C47}" dt="2025-12-14T01:57:58.027" v="34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航平 宇野" userId="16dc946274204170" providerId="LiveId" clId="{1F5C0FE4-3366-48C2-9546-775858C08C47}" dt="2025-12-14T01:57:58.027" v="34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航平 宇野" userId="16dc946274204170" providerId="LiveId" clId="{1F5C0FE4-3366-48C2-9546-775858C08C47}" dt="2025-12-14T01:57:58.027" v="34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航平 宇野" userId="16dc946274204170" providerId="LiveId" clId="{1F5C0FE4-3366-48C2-9546-775858C08C47}" dt="2025-12-14T01:57:58.027" v="34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航平 宇野" userId="16dc946274204170" providerId="LiveId" clId="{1F5C0FE4-3366-48C2-9546-775858C08C47}" dt="2025-12-14T01:57:58.027" v="34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航平 宇野" userId="16dc946274204170" providerId="LiveId" clId="{1F5C0FE4-3366-48C2-9546-775858C08C47}" dt="2025-12-14T01:57:58.027" v="34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航平 宇野" userId="16dc946274204170" providerId="LiveId" clId="{1F5C0FE4-3366-48C2-9546-775858C08C47}" dt="2025-12-14T01:57:58.027" v="34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航平 宇野" userId="16dc946274204170" providerId="LiveId" clId="{1F5C0FE4-3366-48C2-9546-775858C08C47}" dt="2025-12-14T01:57:58.027" v="34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航平 宇野" userId="16dc946274204170" providerId="LiveId" clId="{1F5C0FE4-3366-48C2-9546-775858C08C47}" dt="2025-12-14T01:57:58.027" v="34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航平 宇野" userId="16dc946274204170" providerId="LiveId" clId="{1F5C0FE4-3366-48C2-9546-775858C08C47}" dt="2025-12-14T01:57:58.027" v="34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航平 宇野" userId="16dc946274204170" providerId="LiveId" clId="{1F5C0FE4-3366-48C2-9546-775858C08C47}" dt="2025-12-14T01:57:58.027" v="34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航平 宇野" userId="16dc946274204170" providerId="LiveId" clId="{1F5C0FE4-3366-48C2-9546-775858C08C47}" dt="2025-12-14T01:57:58.027" v="34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航平 宇野" userId="16dc946274204170" providerId="LiveId" clId="{1F5C0FE4-3366-48C2-9546-775858C08C47}" dt="2025-12-14T01:57:58.027" v="34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テキスト ボックス 1030">
            <a:extLst>
              <a:ext uri="{FF2B5EF4-FFF2-40B4-BE49-F238E27FC236}">
                <a16:creationId xmlns:a16="http://schemas.microsoft.com/office/drawing/2014/main" id="{1A89691F-B14B-59F9-69DA-A643E3A1E863}"/>
              </a:ext>
            </a:extLst>
          </p:cNvPr>
          <p:cNvSpPr txBox="1"/>
          <p:nvPr/>
        </p:nvSpPr>
        <p:spPr>
          <a:xfrm>
            <a:off x="0" y="-1597891"/>
            <a:ext cx="12192000" cy="5996710"/>
          </a:xfrm>
          <a:prstGeom prst="rect">
            <a:avLst/>
          </a:prstGeom>
          <a:ln>
            <a:noFill/>
          </a:ln>
        </p:spPr>
        <p:txBody>
          <a:bodyPr wrap="square" rtlCol="0">
            <a:prstTxWarp prst="textWave1">
              <a:avLst/>
            </a:prstTxWarp>
            <a:spAutoFit/>
          </a:bodyPr>
          <a:lstStyle/>
          <a:p>
            <a:r>
              <a:rPr kumimoji="1" lang="en-US" altLang="ja-JP" dirty="0">
                <a:blipFill>
                  <a:blip r:embed="rId2"/>
                  <a:stretch>
                    <a:fillRect/>
                  </a:stretch>
                </a:blipFill>
                <a:latin typeface="Arial" panose="020B0604020202020204" pitchFamily="34" charset="0"/>
                <a:cs typeface="Arial" panose="020B0604020202020204" pitchFamily="34" charset="0"/>
              </a:rPr>
              <a:t>------------</a:t>
            </a:r>
            <a:endParaRPr kumimoji="1" lang="ja-JP" altLang="en-US" dirty="0">
              <a:blipFill>
                <a:blip r:embed="rId2"/>
                <a:stretch>
                  <a:fillRect/>
                </a:stretch>
              </a:blip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3" name="テキスト ボックス 1032">
            <a:extLst>
              <a:ext uri="{FF2B5EF4-FFF2-40B4-BE49-F238E27FC236}">
                <a16:creationId xmlns:a16="http://schemas.microsoft.com/office/drawing/2014/main" id="{BD945E20-3406-1BFC-440C-27FAE0DA094B}"/>
              </a:ext>
            </a:extLst>
          </p:cNvPr>
          <p:cNvSpPr txBox="1"/>
          <p:nvPr/>
        </p:nvSpPr>
        <p:spPr>
          <a:xfrm>
            <a:off x="249382" y="3879273"/>
            <a:ext cx="584661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前田翔太 様</a:t>
            </a:r>
            <a:endParaRPr kumimoji="1" lang="en-US" altLang="ja-JP" sz="2800" b="1" dirty="0"/>
          </a:p>
          <a:p>
            <a:endParaRPr kumimoji="1" lang="en-US" altLang="ja-JP" dirty="0"/>
          </a:p>
          <a:p>
            <a:r>
              <a:rPr kumimoji="1" lang="ja-JP" altLang="en-US" sz="48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システム導入提案</a:t>
            </a:r>
            <a:endParaRPr kumimoji="1" lang="en-US" altLang="ja-JP" sz="4800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endParaRPr kumimoji="1" lang="en-US" altLang="ja-JP" dirty="0"/>
          </a:p>
          <a:p>
            <a:r>
              <a:rPr kumimoji="1" lang="ja-JP" altLang="en-US" sz="2400" dirty="0"/>
              <a:t>宇野航平：</a:t>
            </a:r>
            <a:r>
              <a:rPr kumimoji="1" lang="en-US" altLang="ja-JP" sz="2400" dirty="0"/>
              <a:t>UK Technology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58299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B1463A9E-D0CA-B4BC-79E5-E876B81E2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481235"/>
              </p:ext>
            </p:extLst>
          </p:nvPr>
        </p:nvGraphicFramePr>
        <p:xfrm>
          <a:off x="456362" y="1445426"/>
          <a:ext cx="11260509" cy="50270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53503">
                  <a:extLst>
                    <a:ext uri="{9D8B030D-6E8A-4147-A177-3AD203B41FA5}">
                      <a16:colId xmlns:a16="http://schemas.microsoft.com/office/drawing/2014/main" val="467467626"/>
                    </a:ext>
                  </a:extLst>
                </a:gridCol>
                <a:gridCol w="3753503">
                  <a:extLst>
                    <a:ext uri="{9D8B030D-6E8A-4147-A177-3AD203B41FA5}">
                      <a16:colId xmlns:a16="http://schemas.microsoft.com/office/drawing/2014/main" val="1227074857"/>
                    </a:ext>
                  </a:extLst>
                </a:gridCol>
                <a:gridCol w="3753503">
                  <a:extLst>
                    <a:ext uri="{9D8B030D-6E8A-4147-A177-3AD203B41FA5}">
                      <a16:colId xmlns:a16="http://schemas.microsoft.com/office/drawing/2014/main" val="4203617097"/>
                    </a:ext>
                  </a:extLst>
                </a:gridCol>
              </a:tblGrid>
              <a:tr h="5580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 err="1">
                          <a:effectLst/>
                        </a:rPr>
                        <a:t>項目</a:t>
                      </a:r>
                      <a:endParaRPr lang="ja-JP" sz="20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 err="1">
                          <a:effectLst/>
                        </a:rPr>
                        <a:t>導入前</a:t>
                      </a:r>
                      <a:endParaRPr lang="ja-JP" sz="20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 err="1">
                          <a:effectLst/>
                        </a:rPr>
                        <a:t>導入後</a:t>
                      </a:r>
                      <a:endParaRPr lang="ja-JP" sz="20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6432639"/>
                  </a:ext>
                </a:extLst>
              </a:tr>
              <a:tr h="8045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予約管理</a:t>
                      </a:r>
                      <a:endParaRPr lang="ja-JP" sz="20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電話・LINE・口頭対応</a:t>
                      </a:r>
                      <a:endParaRPr lang="ja-JP" sz="20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システムによる一元管理</a:t>
                      </a:r>
                      <a:endParaRPr lang="ja-JP" sz="20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354016"/>
                  </a:ext>
                </a:extLst>
              </a:tr>
              <a:tr h="11733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入退館管理</a:t>
                      </a:r>
                      <a:endParaRPr lang="ja-JP" sz="20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目視・紙・口頭確認</a:t>
                      </a:r>
                      <a:endParaRPr lang="ja-JP" sz="20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QRチェックインによる自動管理</a:t>
                      </a:r>
                      <a:endParaRPr lang="ja-JP" sz="20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3362172"/>
                  </a:ext>
                </a:extLst>
              </a:tr>
              <a:tr h="5704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会員情報管理</a:t>
                      </a:r>
                      <a:endParaRPr lang="ja-JP" sz="20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紙・Excel・個人管理</a:t>
                      </a:r>
                      <a:endParaRPr lang="ja-JP" sz="20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システムで一元管理</a:t>
                      </a:r>
                      <a:endParaRPr lang="ja-JP" sz="20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0206507"/>
                  </a:ext>
                </a:extLst>
              </a:tr>
              <a:tr h="5580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売上把握</a:t>
                      </a:r>
                      <a:endParaRPr lang="ja-JP" sz="20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手計算・感覚ベース</a:t>
                      </a:r>
                      <a:endParaRPr lang="ja-JP" sz="20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自動集計・可視化</a:t>
                      </a:r>
                      <a:endParaRPr lang="ja-JP" sz="20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9739226"/>
                  </a:ext>
                </a:extLst>
              </a:tr>
              <a:tr h="8045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トレーナー管理</a:t>
                      </a:r>
                      <a:endParaRPr lang="ja-JP" sz="20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属人的なスケジュール管理</a:t>
                      </a:r>
                      <a:endParaRPr lang="ja-JP" sz="20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 err="1">
                          <a:effectLst/>
                        </a:rPr>
                        <a:t>システムで統一管理</a:t>
                      </a:r>
                      <a:endParaRPr lang="ja-JP" sz="20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4769212"/>
                  </a:ext>
                </a:extLst>
              </a:tr>
              <a:tr h="5580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 err="1">
                          <a:effectLst/>
                        </a:rPr>
                        <a:t>事務作業</a:t>
                      </a:r>
                      <a:endParaRPr lang="ja-JP" sz="20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日々の手作業が多い</a:t>
                      </a:r>
                      <a:endParaRPr lang="ja-JP" sz="20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 err="1">
                          <a:effectLst/>
                        </a:rPr>
                        <a:t>作業時間を大幅削減</a:t>
                      </a:r>
                      <a:endParaRPr lang="ja-JP" sz="20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0768595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3DFD2027-FD56-6800-2D12-084C411D5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362" y="475234"/>
            <a:ext cx="4969630" cy="1005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2696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36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■ </a:t>
            </a:r>
            <a:r>
              <a:rPr kumimoji="0" lang="ja-JP" altLang="en-US" sz="36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導入前 </a:t>
            </a:r>
            <a:r>
              <a:rPr kumimoji="0" lang="en-US" altLang="ja-JP" sz="36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/ </a:t>
            </a:r>
            <a:r>
              <a:rPr kumimoji="0" lang="ja-JP" altLang="en-US" sz="36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導入後 比較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193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6651F-5006-1D66-B8AE-E486BF60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D05D937-66B7-58D9-73AD-76F9297D0C07}"/>
              </a:ext>
            </a:extLst>
          </p:cNvPr>
          <p:cNvSpPr/>
          <p:nvPr/>
        </p:nvSpPr>
        <p:spPr>
          <a:xfrm>
            <a:off x="6024282" y="0"/>
            <a:ext cx="6167718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D2E057A2-F7C0-1A81-B07B-A154529399AA}"/>
              </a:ext>
            </a:extLst>
          </p:cNvPr>
          <p:cNvGrpSpPr/>
          <p:nvPr/>
        </p:nvGrpSpPr>
        <p:grpSpPr>
          <a:xfrm>
            <a:off x="404791" y="640524"/>
            <a:ext cx="5798785" cy="5322321"/>
            <a:chOff x="404791" y="640524"/>
            <a:chExt cx="11132786" cy="5322321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AB2ED7B9-AF32-8BE5-4FFA-1894E6F69987}"/>
                </a:ext>
              </a:extLst>
            </p:cNvPr>
            <p:cNvSpPr txBox="1"/>
            <p:nvPr/>
          </p:nvSpPr>
          <p:spPr>
            <a:xfrm>
              <a:off x="404791" y="1499052"/>
              <a:ext cx="11132786" cy="446379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ja-JP" altLang="ja-JP" sz="2800" b="1" dirty="0"/>
                <a:t>・システム利用料：月額</a:t>
              </a:r>
              <a:r>
                <a:rPr lang="en-US" altLang="ja-JP" sz="2800" b="1" dirty="0"/>
                <a:t>500</a:t>
              </a:r>
              <a:r>
                <a:rPr lang="ja-JP" altLang="ja-JP" sz="2800" b="1" dirty="0"/>
                <a:t>円（任意）</a:t>
              </a:r>
              <a:br>
                <a:rPr lang="en-US" altLang="ja-JP" sz="2800" b="1" dirty="0"/>
              </a:br>
              <a:br>
                <a:rPr lang="en-US" altLang="ja-JP" sz="2800" b="1" dirty="0"/>
              </a:br>
              <a:r>
                <a:rPr lang="ja-JP" altLang="ja-JP" sz="2800" b="1" dirty="0"/>
                <a:t>【売上イメージ】</a:t>
              </a:r>
              <a:br>
                <a:rPr lang="en-US" altLang="ja-JP" sz="2800" b="1" dirty="0"/>
              </a:br>
              <a:r>
                <a:rPr lang="ja-JP" altLang="ja-JP" sz="2800" b="1" dirty="0"/>
                <a:t>・</a:t>
              </a:r>
              <a:r>
                <a:rPr lang="en-US" altLang="ja-JP" sz="2800" b="1" dirty="0"/>
                <a:t>30</a:t>
              </a:r>
              <a:r>
                <a:rPr lang="ja-JP" altLang="ja-JP" sz="2800" b="1" dirty="0"/>
                <a:t>名利用：月</a:t>
              </a:r>
              <a:r>
                <a:rPr lang="en-US" altLang="ja-JP" sz="2800" b="1" dirty="0"/>
                <a:t>1,5</a:t>
              </a:r>
              <a:r>
                <a:rPr lang="ja-JP" altLang="ja-JP" sz="2800" b="1" dirty="0"/>
                <a:t>万円</a:t>
              </a:r>
              <a:r>
                <a:rPr lang="en-US" altLang="ja-JP" sz="2800" b="1" dirty="0"/>
                <a:t> → </a:t>
              </a:r>
              <a:r>
                <a:rPr lang="ja-JP" altLang="ja-JP" sz="2800" b="1" dirty="0"/>
                <a:t>年</a:t>
              </a:r>
              <a:r>
                <a:rPr lang="en-US" altLang="ja-JP" sz="2800" b="1" dirty="0"/>
                <a:t>18</a:t>
              </a:r>
              <a:r>
                <a:rPr lang="ja-JP" altLang="ja-JP" sz="2800" b="1" dirty="0"/>
                <a:t>万円</a:t>
              </a:r>
              <a:br>
                <a:rPr lang="en-US" altLang="ja-JP" sz="2800" b="1" dirty="0"/>
              </a:br>
              <a:r>
                <a:rPr lang="ja-JP" altLang="ja-JP" sz="2800" b="1" dirty="0"/>
                <a:t>・</a:t>
              </a:r>
              <a:r>
                <a:rPr lang="en-US" altLang="ja-JP" sz="2800" b="1" dirty="0"/>
                <a:t>50</a:t>
              </a:r>
              <a:r>
                <a:rPr lang="ja-JP" altLang="ja-JP" sz="2800" b="1" dirty="0"/>
                <a:t>名利用：月</a:t>
              </a:r>
              <a:r>
                <a:rPr lang="en-US" altLang="ja-JP" sz="2800" b="1" dirty="0"/>
                <a:t>2,5</a:t>
              </a:r>
              <a:r>
                <a:rPr lang="ja-JP" altLang="ja-JP" sz="2800" b="1" dirty="0"/>
                <a:t>万円</a:t>
              </a:r>
              <a:r>
                <a:rPr lang="en-US" altLang="ja-JP" sz="2800" b="1" dirty="0"/>
                <a:t> → </a:t>
              </a:r>
              <a:r>
                <a:rPr lang="ja-JP" altLang="ja-JP" sz="2800" b="1" dirty="0"/>
                <a:t>年</a:t>
              </a:r>
              <a:r>
                <a:rPr lang="en-US" altLang="ja-JP" sz="2800" b="1" dirty="0"/>
                <a:t>30</a:t>
              </a:r>
              <a:r>
                <a:rPr lang="ja-JP" altLang="ja-JP" sz="2800" b="1" dirty="0"/>
                <a:t>万円</a:t>
              </a:r>
              <a:br>
                <a:rPr lang="en-US" altLang="ja-JP" sz="2800" b="1" dirty="0"/>
              </a:br>
              <a:r>
                <a:rPr lang="ja-JP" altLang="ja-JP" sz="2800" b="1" dirty="0"/>
                <a:t>・</a:t>
              </a:r>
              <a:r>
                <a:rPr lang="en-US" altLang="ja-JP" sz="2800" b="1" dirty="0"/>
                <a:t>100</a:t>
              </a:r>
              <a:r>
                <a:rPr lang="ja-JP" altLang="ja-JP" sz="2800" b="1" dirty="0"/>
                <a:t>名利用：月</a:t>
              </a:r>
              <a:r>
                <a:rPr lang="en-US" altLang="ja-JP" sz="2800" b="1" dirty="0"/>
                <a:t>5,0</a:t>
              </a:r>
              <a:r>
                <a:rPr lang="ja-JP" altLang="ja-JP" sz="2800" b="1" dirty="0"/>
                <a:t>万円</a:t>
              </a:r>
              <a:r>
                <a:rPr lang="en-US" altLang="ja-JP" sz="2800" b="1" dirty="0"/>
                <a:t> → </a:t>
              </a:r>
              <a:r>
                <a:rPr lang="ja-JP" altLang="ja-JP" sz="2800" b="1" dirty="0"/>
                <a:t>年</a:t>
              </a:r>
              <a:r>
                <a:rPr lang="en-US" altLang="ja-JP" sz="2800" b="1" dirty="0"/>
                <a:t>60</a:t>
              </a:r>
              <a:r>
                <a:rPr lang="ja-JP" altLang="ja-JP" sz="2800" b="1" dirty="0"/>
                <a:t>万円</a:t>
              </a:r>
              <a:endParaRPr lang="en-US" altLang="ja-JP" sz="2800" b="1" dirty="0"/>
            </a:p>
            <a:p>
              <a:endParaRPr lang="en-US" altLang="ja-JP" sz="2800" b="1" dirty="0"/>
            </a:p>
            <a:p>
              <a:r>
                <a:rPr lang="en-US" altLang="ja-JP" sz="2000" dirty="0"/>
                <a:t>※</a:t>
              </a:r>
              <a:r>
                <a:rPr lang="ja-JP" altLang="en-US" sz="2000" dirty="0"/>
                <a:t>システム維持費＋利益になる</a:t>
              </a:r>
            </a:p>
          </p:txBody>
        </p:sp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A3747FBA-6F90-DFD5-8FCF-CAF2C3101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91" y="640524"/>
              <a:ext cx="4658519" cy="728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12696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ja-JP" sz="3600" b="1" i="0" u="none" strike="noStrike" cap="none" normalizeH="0" baseline="0" dirty="0">
                  <a:ln>
                    <a:noFill/>
                  </a:ln>
                  <a:solidFill>
                    <a:srgbClr val="4F81BD"/>
                  </a:solidFill>
                  <a:effectLst/>
                  <a:latin typeface="Calibri" panose="020F0502020204030204" pitchFamily="34" charset="0"/>
                  <a:ea typeface="ＭＳ ゴシック" panose="020B0609070205080204" pitchFamily="49" charset="-128"/>
                  <a:cs typeface="Times New Roman" panose="02020603050405020304" pitchFamily="18" charset="0"/>
                </a:rPr>
                <a:t>■ LTV</a:t>
              </a:r>
              <a:r>
                <a:rPr kumimoji="0" lang="ja-JP" altLang="en-US" sz="3600" b="1" i="0" u="none" strike="noStrike" cap="none" normalizeH="0" baseline="0" dirty="0">
                  <a:ln>
                    <a:noFill/>
                  </a:ln>
                  <a:solidFill>
                    <a:srgbClr val="4F81BD"/>
                  </a:solidFill>
                  <a:effectLst/>
                  <a:latin typeface="Calibri" panose="020F0502020204030204" pitchFamily="34" charset="0"/>
                  <a:ea typeface="ＭＳ ゴシック" panose="020B0609070205080204" pitchFamily="49" charset="-128"/>
                  <a:cs typeface="Times New Roman" panose="02020603050405020304" pitchFamily="18" charset="0"/>
                </a:rPr>
                <a:t>モデルイメージ</a:t>
              </a: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03801ED9-CAAD-1C8A-0139-43D0B99907FF}"/>
              </a:ext>
            </a:extLst>
          </p:cNvPr>
          <p:cNvGrpSpPr/>
          <p:nvPr/>
        </p:nvGrpSpPr>
        <p:grpSpPr>
          <a:xfrm>
            <a:off x="6203576" y="640524"/>
            <a:ext cx="5798785" cy="5322321"/>
            <a:chOff x="404791" y="640524"/>
            <a:chExt cx="11132786" cy="5322321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9F72C288-E5D8-73BC-6BC3-91844A5A37DE}"/>
                </a:ext>
              </a:extLst>
            </p:cNvPr>
            <p:cNvSpPr txBox="1"/>
            <p:nvPr/>
          </p:nvSpPr>
          <p:spPr>
            <a:xfrm>
              <a:off x="404791" y="1499052"/>
              <a:ext cx="11132786" cy="446379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ja-JP" altLang="en-US" sz="2800" b="1" dirty="0"/>
                <a:t>・サーバー・データベースの稼働監視</a:t>
              </a:r>
            </a:p>
            <a:p>
              <a:r>
                <a:rPr lang="ja-JP" altLang="en-US" sz="2800" b="1" dirty="0"/>
                <a:t>・ストレージ容量・リソース使用の確認</a:t>
              </a:r>
            </a:p>
            <a:p>
              <a:r>
                <a:rPr lang="ja-JP" altLang="en-US" sz="2800" b="1" dirty="0"/>
                <a:t>・</a:t>
              </a:r>
              <a:r>
                <a:rPr lang="en-US" altLang="ja-JP" sz="2800" b="1" dirty="0"/>
                <a:t>SSL</a:t>
              </a:r>
              <a:r>
                <a:rPr lang="ja-JP" altLang="en-US" sz="2800" b="1" dirty="0"/>
                <a:t>証明書の有効期限管理</a:t>
              </a:r>
            </a:p>
            <a:p>
              <a:r>
                <a:rPr lang="ja-JP" altLang="en-US" sz="2800" b="1" dirty="0"/>
                <a:t>・インフラ起因の障害一次対応</a:t>
              </a:r>
            </a:p>
            <a:p>
              <a:r>
                <a:rPr lang="ja-JP" altLang="en-US" sz="2800" b="1" dirty="0"/>
                <a:t>・定期バックアップの実行・復元対応</a:t>
              </a:r>
            </a:p>
            <a:p>
              <a:r>
                <a:rPr lang="ja-JP" altLang="en-US" sz="2800" b="1" dirty="0"/>
                <a:t>・セキュリティ上の重大リスクの対応</a:t>
              </a:r>
            </a:p>
          </p:txBody>
        </p:sp>
        <p:sp>
          <p:nvSpPr>
            <p:cNvPr id="8" name="Rectangle 1">
              <a:extLst>
                <a:ext uri="{FF2B5EF4-FFF2-40B4-BE49-F238E27FC236}">
                  <a16:creationId xmlns:a16="http://schemas.microsoft.com/office/drawing/2014/main" id="{3B933104-DE57-D9ED-01A7-4912115F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91" y="640524"/>
              <a:ext cx="6580358" cy="728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12696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ja-JP" sz="36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ＭＳ ゴシック" panose="020B0609070205080204" pitchFamily="49" charset="-128"/>
                  <a:cs typeface="Times New Roman" panose="02020603050405020304" pitchFamily="18" charset="0"/>
                </a:rPr>
                <a:t>■</a:t>
              </a:r>
              <a:r>
                <a:rPr kumimoji="0" lang="ja-JP" altLang="en-US" sz="3600" b="1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Calibri" panose="020F0502020204030204" pitchFamily="34" charset="0"/>
                  <a:ea typeface="ＭＳ ゴシック" panose="020B0609070205080204" pitchFamily="49" charset="-128"/>
                  <a:cs typeface="Times New Roman" panose="02020603050405020304" pitchFamily="18" charset="0"/>
                </a:rPr>
                <a:t>運用代行内容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8789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18985-C920-D178-6887-2155A73DA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8783E90D-8CD9-BF50-5EB2-A2325891F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121413"/>
              </p:ext>
            </p:extLst>
          </p:nvPr>
        </p:nvGraphicFramePr>
        <p:xfrm>
          <a:off x="282626" y="1589626"/>
          <a:ext cx="5324116" cy="50355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2759">
                  <a:extLst>
                    <a:ext uri="{9D8B030D-6E8A-4147-A177-3AD203B41FA5}">
                      <a16:colId xmlns:a16="http://schemas.microsoft.com/office/drawing/2014/main" val="875080976"/>
                    </a:ext>
                  </a:extLst>
                </a:gridCol>
                <a:gridCol w="2731357">
                  <a:extLst>
                    <a:ext uri="{9D8B030D-6E8A-4147-A177-3AD203B41FA5}">
                      <a16:colId xmlns:a16="http://schemas.microsoft.com/office/drawing/2014/main" val="4088922050"/>
                    </a:ext>
                  </a:extLst>
                </a:gridCol>
              </a:tblGrid>
              <a:tr h="1226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初期費用（買取）</a:t>
                      </a:r>
                      <a:endParaRPr lang="ja-JP" sz="18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48080" marR="480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100,000円（税込）</a:t>
                      </a:r>
                      <a:endParaRPr lang="ja-JP" sz="18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48080" marR="48080" marT="0" marB="0"/>
                </a:tc>
                <a:extLst>
                  <a:ext uri="{0D108BD9-81ED-4DB2-BD59-A6C34878D82A}">
                    <a16:rowId xmlns:a16="http://schemas.microsoft.com/office/drawing/2014/main" val="45808474"/>
                  </a:ext>
                </a:extLst>
              </a:tr>
              <a:tr h="1226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ja-JP" sz="1800">
                          <a:effectLst/>
                        </a:rPr>
                        <a:t>インフラ・システム維持費</a:t>
                      </a:r>
                      <a:endParaRPr lang="ja-JP" sz="18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48080" marR="480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ja-JP" sz="1800">
                          <a:effectLst/>
                        </a:rPr>
                        <a:t>約</a:t>
                      </a:r>
                      <a:r>
                        <a:rPr lang="en-US" sz="1800">
                          <a:effectLst/>
                        </a:rPr>
                        <a:t>10,000円（税込）</a:t>
                      </a:r>
                      <a:endParaRPr lang="ja-JP" sz="18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48080" marR="48080" marT="0" marB="0"/>
                </a:tc>
                <a:extLst>
                  <a:ext uri="{0D108BD9-81ED-4DB2-BD59-A6C34878D82A}">
                    <a16:rowId xmlns:a16="http://schemas.microsoft.com/office/drawing/2014/main" val="364077943"/>
                  </a:ext>
                </a:extLst>
              </a:tr>
              <a:tr h="1226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運用・保守（任意</a:t>
                      </a:r>
                      <a:r>
                        <a:rPr lang="en-US" sz="1800" dirty="0">
                          <a:effectLst/>
                        </a:rPr>
                        <a:t>）</a:t>
                      </a:r>
                      <a:endParaRPr lang="ja-JP" sz="18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48080" marR="480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5,000</a:t>
                      </a:r>
                      <a:r>
                        <a:rPr lang="ja-JP" sz="1800">
                          <a:effectLst/>
                        </a:rPr>
                        <a:t>円（税込）／月</a:t>
                      </a:r>
                      <a:endParaRPr lang="ja-JP" sz="18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48080" marR="48080" marT="0" marB="0"/>
                </a:tc>
                <a:extLst>
                  <a:ext uri="{0D108BD9-81ED-4DB2-BD59-A6C34878D82A}">
                    <a16:rowId xmlns:a16="http://schemas.microsoft.com/office/drawing/2014/main" val="1510095436"/>
                  </a:ext>
                </a:extLst>
              </a:tr>
              <a:tr h="4158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主な機能</a:t>
                      </a:r>
                      <a:endParaRPr lang="ja-JP" sz="18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48080" marR="48080" marT="0" marB="0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ja-JP" sz="1200" b="1" kern="900" normalizeH="0" baseline="0" dirty="0">
                          <a:effectLst/>
                        </a:rPr>
                        <a:t>【会員向け機能】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ja-JP" sz="1200" b="1" kern="900" normalizeH="0" baseline="0" dirty="0">
                          <a:effectLst/>
                        </a:rPr>
                        <a:t>入会・会員登録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ja-JP" sz="1200" b="1" kern="900" normalizeH="0" baseline="0" dirty="0">
                          <a:effectLst/>
                        </a:rPr>
                        <a:t>ログイン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ja-JP" sz="1200" b="1" kern="900" normalizeH="0" baseline="0" dirty="0">
                          <a:effectLst/>
                        </a:rPr>
                        <a:t>マイページ（ダッシュボード）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ja-JP" sz="1200" b="1" kern="900" normalizeH="0" baseline="0" dirty="0">
                          <a:effectLst/>
                        </a:rPr>
                        <a:t>デジタル会員証（</a:t>
                      </a:r>
                      <a:r>
                        <a:rPr lang="en-US" sz="1200" b="1" kern="900" normalizeH="0" baseline="0" dirty="0">
                          <a:effectLst/>
                        </a:rPr>
                        <a:t>QR</a:t>
                      </a:r>
                      <a:r>
                        <a:rPr lang="ja-JP" sz="1200" b="1" kern="900" normalizeH="0" baseline="0" dirty="0">
                          <a:effectLst/>
                        </a:rPr>
                        <a:t>コード）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ja-JP" sz="1200" b="1" kern="900" normalizeH="0" baseline="0" dirty="0">
                          <a:effectLst/>
                        </a:rPr>
                        <a:t>予約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ja-JP" sz="1200" b="1" kern="900" normalizeH="0" baseline="0" dirty="0">
                          <a:effectLst/>
                        </a:rPr>
                        <a:t>予約履歴・キャンセル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ja-JP" sz="1200" b="1" kern="900" normalizeH="0" baseline="0" dirty="0">
                          <a:effectLst/>
                        </a:rPr>
                        <a:t>ショップ（商品閲覧）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ja-JP" sz="1200" b="1" kern="900" normalizeH="0" baseline="0" dirty="0">
                          <a:effectLst/>
                        </a:rPr>
                        <a:t>イベント（一覧・参加申込）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ja-JP" sz="1200" b="1" kern="900" normalizeH="0" baseline="0" dirty="0">
                          <a:effectLst/>
                        </a:rPr>
                        <a:t>プロフィール確認</a:t>
                      </a:r>
                    </a:p>
                    <a:p>
                      <a:pPr lvl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ja-JP" sz="1200" b="1" kern="900" normalizeH="0" baseline="0" dirty="0">
                          <a:effectLst/>
                        </a:rPr>
                        <a:t>【管理者向け機能】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ja-JP" sz="1200" b="1" kern="900" normalizeH="0" baseline="0" dirty="0">
                          <a:effectLst/>
                        </a:rPr>
                        <a:t>ダッシュボード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ja-JP" sz="1200" b="1" kern="900" normalizeH="0" baseline="0" dirty="0">
                          <a:effectLst/>
                        </a:rPr>
                        <a:t>会員管理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ja-JP" sz="1200" b="1" kern="900" normalizeH="0" baseline="0" dirty="0">
                          <a:effectLst/>
                        </a:rPr>
                        <a:t>予約管理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200" b="1" kern="900" normalizeH="0" baseline="0" dirty="0">
                          <a:effectLst/>
                        </a:rPr>
                        <a:t>QR</a:t>
                      </a:r>
                      <a:r>
                        <a:rPr lang="ja-JP" sz="1200" b="1" kern="900" normalizeH="0" baseline="0" dirty="0">
                          <a:effectLst/>
                        </a:rPr>
                        <a:t>チェックイン（入退館管理）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ja-JP" sz="1200" b="1" kern="900" normalizeH="0" baseline="0" dirty="0">
                          <a:effectLst/>
                        </a:rPr>
                        <a:t>トレーナー管理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ja-JP" sz="1200" b="1" kern="900" normalizeH="0" baseline="0" dirty="0">
                          <a:effectLst/>
                        </a:rPr>
                        <a:t>プラン管理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ja-JP" sz="1200" b="1" kern="900" normalizeH="0" baseline="0" dirty="0">
                          <a:effectLst/>
                        </a:rPr>
                        <a:t>商品管理・在庫管理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ja-JP" sz="1200" b="1" kern="900" normalizeH="0" baseline="0" dirty="0">
                          <a:effectLst/>
                        </a:rPr>
                        <a:t>イベント管理</a:t>
                      </a:r>
                      <a:endParaRPr lang="ja-JP" sz="1200" b="1" kern="900" normalizeH="0" baseline="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48080" marR="48080" marT="0" marB="0"/>
                </a:tc>
                <a:extLst>
                  <a:ext uri="{0D108BD9-81ED-4DB2-BD59-A6C34878D82A}">
                    <a16:rowId xmlns:a16="http://schemas.microsoft.com/office/drawing/2014/main" val="410830539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CC1D3A3D-0B0B-21B1-356C-A6A6D9FCF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626" y="1088433"/>
            <a:ext cx="2191633" cy="697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2696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6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① </a:t>
            </a:r>
            <a:r>
              <a:rPr kumimoji="0" lang="ja-JP" altLang="en-US" sz="16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標準プラン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5489C7D-122A-1852-E02A-4F6F0C6BA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626" y="383152"/>
            <a:ext cx="2605200" cy="728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2696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36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■ </a:t>
            </a:r>
            <a:r>
              <a:rPr kumimoji="0" lang="ja-JP" altLang="en-US" sz="36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導入費用</a:t>
            </a: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B5F925F2-5F53-8157-381B-6D8C38BB9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451994"/>
              </p:ext>
            </p:extLst>
          </p:nvPr>
        </p:nvGraphicFramePr>
        <p:xfrm>
          <a:off x="5940552" y="1589626"/>
          <a:ext cx="5968822" cy="1525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84411">
                  <a:extLst>
                    <a:ext uri="{9D8B030D-6E8A-4147-A177-3AD203B41FA5}">
                      <a16:colId xmlns:a16="http://schemas.microsoft.com/office/drawing/2014/main" val="943395732"/>
                    </a:ext>
                  </a:extLst>
                </a:gridCol>
                <a:gridCol w="2984411">
                  <a:extLst>
                    <a:ext uri="{9D8B030D-6E8A-4147-A177-3AD203B41FA5}">
                      <a16:colId xmlns:a16="http://schemas.microsoft.com/office/drawing/2014/main" val="18594849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追加開発費用</a:t>
                      </a:r>
                      <a:endParaRPr lang="ja-JP" sz="18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20,000円〜70,000円（税込）</a:t>
                      </a:r>
                      <a:endParaRPr lang="ja-JP" sz="18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0235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追加内容</a:t>
                      </a:r>
                      <a:endParaRPr lang="ja-JP" sz="18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LINE</a:t>
                      </a:r>
                      <a:r>
                        <a:rPr lang="ja-JP" sz="1800" dirty="0">
                          <a:effectLst/>
                        </a:rPr>
                        <a:t>通知連携／売上・利用分析／会員データ可視化／</a:t>
                      </a:r>
                      <a:r>
                        <a:rPr lang="en-US" sz="1800" dirty="0">
                          <a:effectLst/>
                        </a:rPr>
                        <a:t>CSV</a:t>
                      </a:r>
                      <a:r>
                        <a:rPr lang="ja-JP" sz="1800" dirty="0">
                          <a:effectLst/>
                        </a:rPr>
                        <a:t>出力／</a:t>
                      </a:r>
                      <a:r>
                        <a:rPr lang="en-US" sz="1800" dirty="0">
                          <a:effectLst/>
                        </a:rPr>
                        <a:t>ETC…</a:t>
                      </a:r>
                      <a:endParaRPr lang="ja-JP" sz="18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0672300"/>
                  </a:ext>
                </a:extLst>
              </a:tr>
            </a:tbl>
          </a:graphicData>
        </a:graphic>
      </p:graphicFrame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FE820747-4A35-A1E0-9D23-15B9946E9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756398"/>
              </p:ext>
            </p:extLst>
          </p:nvPr>
        </p:nvGraphicFramePr>
        <p:xfrm>
          <a:off x="5940552" y="3910010"/>
          <a:ext cx="5968822" cy="22074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84411">
                  <a:extLst>
                    <a:ext uri="{9D8B030D-6E8A-4147-A177-3AD203B41FA5}">
                      <a16:colId xmlns:a16="http://schemas.microsoft.com/office/drawing/2014/main" val="3215978775"/>
                    </a:ext>
                  </a:extLst>
                </a:gridCol>
                <a:gridCol w="2984411">
                  <a:extLst>
                    <a:ext uri="{9D8B030D-6E8A-4147-A177-3AD203B41FA5}">
                      <a16:colId xmlns:a16="http://schemas.microsoft.com/office/drawing/2014/main" val="3728607589"/>
                    </a:ext>
                  </a:extLst>
                </a:gridCol>
              </a:tblGrid>
              <a:tr h="3958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追加開発費用</a:t>
                      </a:r>
                      <a:endParaRPr lang="ja-JP" sz="18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20,000円〜100,000円（税込）</a:t>
                      </a:r>
                      <a:endParaRPr lang="ja-JP" sz="18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7925528"/>
                  </a:ext>
                </a:extLst>
              </a:tr>
              <a:tr h="3958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運用・保守（任意</a:t>
                      </a:r>
                      <a:r>
                        <a:rPr lang="en-US" sz="1800" dirty="0">
                          <a:effectLst/>
                        </a:rPr>
                        <a:t>）</a:t>
                      </a:r>
                      <a:endParaRPr lang="ja-JP" sz="18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r>
                        <a:rPr lang="ja-JP" sz="1800">
                          <a:effectLst/>
                        </a:rPr>
                        <a:t>店舗あたり </a:t>
                      </a:r>
                      <a:r>
                        <a:rPr lang="en-US" sz="1800">
                          <a:effectLst/>
                        </a:rPr>
                        <a:t>5,000</a:t>
                      </a:r>
                      <a:r>
                        <a:rPr lang="ja-JP" sz="1800">
                          <a:effectLst/>
                        </a:rPr>
                        <a:t>円（税込）</a:t>
                      </a:r>
                      <a:endParaRPr lang="ja-JP" sz="18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7201143"/>
                  </a:ext>
                </a:extLst>
              </a:tr>
              <a:tr h="3872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月額内容</a:t>
                      </a:r>
                      <a:endParaRPr lang="ja-JP" sz="18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ja-JP" sz="1800">
                          <a:effectLst/>
                        </a:rPr>
                        <a:t>インフラ・システム維持費</a:t>
                      </a:r>
                      <a:endParaRPr lang="ja-JP" sz="180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6222420"/>
                  </a:ext>
                </a:extLst>
              </a:tr>
              <a:tr h="8227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ja-JP" sz="1800" dirty="0">
                          <a:effectLst/>
                        </a:rPr>
                        <a:t>主な機能</a:t>
                      </a:r>
                      <a:endParaRPr lang="ja-JP" sz="18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ja-JP" sz="1800" dirty="0">
                          <a:effectLst/>
                        </a:rPr>
                        <a:t>本部管理／店舗別管理／全体売上・稼働管理／</a:t>
                      </a:r>
                      <a:r>
                        <a:rPr lang="en-US" sz="1800" dirty="0">
                          <a:effectLst/>
                        </a:rPr>
                        <a:t>ETC…</a:t>
                      </a:r>
                      <a:endParaRPr lang="ja-JP" sz="1800" dirty="0">
                        <a:effectLst/>
                        <a:latin typeface="Cambria" panose="020405030504060302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5711452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7DD4C377-1768-6EC0-1E26-B4F00383F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552" y="3405916"/>
            <a:ext cx="2952436" cy="42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2696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③ </a:t>
            </a:r>
            <a:r>
              <a:rPr kumimoji="0" lang="en-US" altLang="ja-JP" sz="16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FC</a:t>
            </a:r>
            <a:r>
              <a:rPr kumimoji="0" lang="ja-JP" altLang="en-US" sz="16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対応プラン（本部管理）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61071DC-E552-E026-0263-A98459C28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552" y="1088433"/>
            <a:ext cx="2676144" cy="42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2696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6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② </a:t>
            </a:r>
            <a:r>
              <a:rPr kumimoji="0" lang="ja-JP" altLang="en-US" sz="1600" b="1" i="0" u="none" strike="noStrike" cap="none" normalizeH="0" baseline="0" dirty="0">
                <a:ln>
                  <a:noFill/>
                </a:ln>
                <a:solidFill>
                  <a:srgbClr val="4F81BD"/>
                </a:solidFill>
                <a:effectLst/>
                <a:latin typeface="Calibri" panose="020F0502020204030204" pitchFamily="34" charset="0"/>
                <a:ea typeface="ＭＳ ゴシック" panose="020B0609070205080204" pitchFamily="49" charset="-128"/>
                <a:cs typeface="Times New Roman" panose="02020603050405020304" pitchFamily="18" charset="0"/>
              </a:rPr>
              <a:t>拡張プラン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99EAEC-8A74-4472-03E3-90229F463731}"/>
              </a:ext>
            </a:extLst>
          </p:cNvPr>
          <p:cNvSpPr txBox="1"/>
          <p:nvPr/>
        </p:nvSpPr>
        <p:spPr>
          <a:xfrm>
            <a:off x="5843628" y="6266457"/>
            <a:ext cx="6098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※</a:t>
            </a:r>
            <a:r>
              <a:rPr lang="ja-JP" altLang="en-US" sz="1400" dirty="0"/>
              <a:t>月額費用はインフラ・システム維持に必要な最低限の費用です</a:t>
            </a:r>
          </a:p>
        </p:txBody>
      </p:sp>
    </p:spTree>
    <p:extLst>
      <p:ext uri="{BB962C8B-B14F-4D97-AF65-F5344CB8AC3E}">
        <p14:creationId xmlns:p14="http://schemas.microsoft.com/office/powerpoint/2010/main" val="4111941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28F97-DB97-9B89-F19F-133A998C1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4FE10EA4-941F-5444-0D1F-E89D6A361FE2}"/>
              </a:ext>
            </a:extLst>
          </p:cNvPr>
          <p:cNvGrpSpPr/>
          <p:nvPr/>
        </p:nvGrpSpPr>
        <p:grpSpPr>
          <a:xfrm>
            <a:off x="-482715" y="115475"/>
            <a:ext cx="11610746" cy="5887728"/>
            <a:chOff x="404791" y="75117"/>
            <a:chExt cx="11132786" cy="5887728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C2400D59-E797-759C-483A-051D9087F19B}"/>
                </a:ext>
              </a:extLst>
            </p:cNvPr>
            <p:cNvSpPr txBox="1"/>
            <p:nvPr/>
          </p:nvSpPr>
          <p:spPr>
            <a:xfrm>
              <a:off x="404791" y="1499052"/>
              <a:ext cx="11132786" cy="446379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endParaRPr lang="ja-JP" altLang="en-US" sz="2400" dirty="0"/>
            </a:p>
          </p:txBody>
        </p:sp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C7C08785-B880-A21D-15A7-185D862CB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188" y="75117"/>
              <a:ext cx="3146015" cy="5436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12696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ja-JP" sz="2400" b="1" i="0" u="none" strike="noStrike" cap="none" normalizeH="0" baseline="0" dirty="0">
                  <a:ln>
                    <a:noFill/>
                  </a:ln>
                  <a:effectLst/>
                  <a:latin typeface="Calibri" panose="020F0502020204030204" pitchFamily="34" charset="0"/>
                  <a:ea typeface="ＭＳ ゴシック" panose="020B0609070205080204" pitchFamily="49" charset="-128"/>
                  <a:cs typeface="Times New Roman" panose="02020603050405020304" pitchFamily="18" charset="0"/>
                </a:rPr>
                <a:t>■</a:t>
              </a:r>
              <a:r>
                <a:rPr kumimoji="0" lang="ja-JP" altLang="en-US" sz="2400" b="1" i="0" u="none" strike="noStrike" cap="none" normalizeH="0" baseline="0" dirty="0">
                  <a:ln>
                    <a:noFill/>
                  </a:ln>
                  <a:effectLst/>
                  <a:latin typeface="Calibri" panose="020F0502020204030204" pitchFamily="34" charset="0"/>
                  <a:ea typeface="ＭＳ ゴシック" panose="020B0609070205080204" pitchFamily="49" charset="-128"/>
                  <a:cs typeface="Times New Roman" panose="02020603050405020304" pitchFamily="18" charset="0"/>
                </a:rPr>
                <a:t>導入までのステップ</a:t>
              </a:r>
            </a:p>
          </p:txBody>
        </p:sp>
      </p:grpSp>
      <p:sp>
        <p:nvSpPr>
          <p:cNvPr id="2" name="平行四辺形 1">
            <a:extLst>
              <a:ext uri="{FF2B5EF4-FFF2-40B4-BE49-F238E27FC236}">
                <a16:creationId xmlns:a16="http://schemas.microsoft.com/office/drawing/2014/main" id="{0BAB3C27-E59C-4E7D-BB26-6A98525B8E65}"/>
              </a:ext>
            </a:extLst>
          </p:cNvPr>
          <p:cNvSpPr/>
          <p:nvPr/>
        </p:nvSpPr>
        <p:spPr>
          <a:xfrm>
            <a:off x="0" y="0"/>
            <a:ext cx="9780494" cy="6858000"/>
          </a:xfrm>
          <a:prstGeom prst="parallelogram">
            <a:avLst>
              <a:gd name="adj" fmla="val 62850"/>
            </a:avLst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9FBCE20-66C2-A230-7A7B-0EEBB3C99ED4}"/>
              </a:ext>
            </a:extLst>
          </p:cNvPr>
          <p:cNvSpPr/>
          <p:nvPr/>
        </p:nvSpPr>
        <p:spPr>
          <a:xfrm>
            <a:off x="3088341" y="895155"/>
            <a:ext cx="770964" cy="728364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01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83503CF-2568-67DE-7FAF-E6C1BCB79F7E}"/>
              </a:ext>
            </a:extLst>
          </p:cNvPr>
          <p:cNvSpPr/>
          <p:nvPr/>
        </p:nvSpPr>
        <p:spPr>
          <a:xfrm>
            <a:off x="534092" y="5044540"/>
            <a:ext cx="770964" cy="728364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04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1B563ED-4E5D-045E-C286-A1A475E094E1}"/>
              </a:ext>
            </a:extLst>
          </p:cNvPr>
          <p:cNvSpPr/>
          <p:nvPr/>
        </p:nvSpPr>
        <p:spPr>
          <a:xfrm>
            <a:off x="1353672" y="3587192"/>
            <a:ext cx="770964" cy="728364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03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D1C63590-02A4-9D6C-10AB-BE413E3DF374}"/>
              </a:ext>
            </a:extLst>
          </p:cNvPr>
          <p:cNvSpPr/>
          <p:nvPr/>
        </p:nvSpPr>
        <p:spPr>
          <a:xfrm>
            <a:off x="2317377" y="2154492"/>
            <a:ext cx="770964" cy="728364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02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FB0DD94-E4D7-ED73-5434-5899877E17E3}"/>
              </a:ext>
            </a:extLst>
          </p:cNvPr>
          <p:cNvSpPr txBox="1"/>
          <p:nvPr/>
        </p:nvSpPr>
        <p:spPr>
          <a:xfrm>
            <a:off x="3922059" y="895155"/>
            <a:ext cx="448683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</a:rPr>
              <a:t>Step1</a:t>
            </a:r>
            <a:r>
              <a:rPr lang="ja-JP" altLang="en-US" b="1" dirty="0">
                <a:solidFill>
                  <a:schemeClr val="bg1"/>
                </a:solidFill>
              </a:rPr>
              <a:t>｜ご契約・プラン確定</a:t>
            </a:r>
            <a:endParaRPr lang="ja-JP" altLang="en-US" dirty="0">
              <a:solidFill>
                <a:schemeClr val="bg1"/>
              </a:solidFill>
            </a:endParaRPr>
          </a:p>
          <a:p>
            <a:r>
              <a:rPr lang="ja-JP" altLang="en-US" sz="1600" dirty="0">
                <a:solidFill>
                  <a:schemeClr val="bg1"/>
                </a:solidFill>
              </a:rPr>
              <a:t>導入プラン（①標準／②拡張／③</a:t>
            </a:r>
            <a:r>
              <a:rPr lang="en-US" altLang="ja-JP" sz="1600" dirty="0">
                <a:solidFill>
                  <a:schemeClr val="bg1"/>
                </a:solidFill>
              </a:rPr>
              <a:t>FC</a:t>
            </a:r>
            <a:r>
              <a:rPr lang="ja-JP" altLang="en-US" sz="1600" dirty="0">
                <a:solidFill>
                  <a:schemeClr val="bg1"/>
                </a:solidFill>
              </a:rPr>
              <a:t>）の確定</a:t>
            </a:r>
          </a:p>
          <a:p>
            <a:r>
              <a:rPr lang="ja-JP" altLang="en-US" sz="1600" dirty="0">
                <a:solidFill>
                  <a:schemeClr val="bg1"/>
                </a:solidFill>
              </a:rPr>
              <a:t>初期費用・スケジュールの最終確認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01EBD5D-E896-CEF3-D0AD-D30C5CC8094F}"/>
              </a:ext>
            </a:extLst>
          </p:cNvPr>
          <p:cNvSpPr txBox="1"/>
          <p:nvPr/>
        </p:nvSpPr>
        <p:spPr>
          <a:xfrm>
            <a:off x="3088341" y="2154492"/>
            <a:ext cx="308834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>
                <a:solidFill>
                  <a:schemeClr val="bg1"/>
                </a:solidFill>
              </a:rPr>
              <a:t>Step2</a:t>
            </a:r>
            <a:r>
              <a:rPr lang="ja-JP" altLang="en-US" sz="1800" b="1" dirty="0">
                <a:solidFill>
                  <a:schemeClr val="bg1"/>
                </a:solidFill>
              </a:rPr>
              <a:t>｜初期設定・環境構築</a:t>
            </a:r>
            <a:endParaRPr lang="ja-JP" altLang="en-US" sz="1800" dirty="0">
              <a:solidFill>
                <a:schemeClr val="bg1"/>
              </a:solidFill>
            </a:endParaRPr>
          </a:p>
          <a:p>
            <a:r>
              <a:rPr lang="ja-JP" altLang="en-US" sz="1600" dirty="0">
                <a:solidFill>
                  <a:schemeClr val="bg1"/>
                </a:solidFill>
              </a:rPr>
              <a:t>会員プラン・トレーナー登録</a:t>
            </a:r>
          </a:p>
          <a:p>
            <a:r>
              <a:rPr lang="ja-JP" altLang="en-US" sz="1600" dirty="0">
                <a:solidFill>
                  <a:schemeClr val="bg1"/>
                </a:solidFill>
              </a:rPr>
              <a:t>管理画面の初期設定</a:t>
            </a:r>
          </a:p>
          <a:p>
            <a:r>
              <a:rPr lang="ja-JP" altLang="en-US" sz="1600" dirty="0">
                <a:solidFill>
                  <a:schemeClr val="bg1"/>
                </a:solidFill>
              </a:rPr>
              <a:t>動作確認・テスト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7D91420-53C5-ED87-F097-F0C80C638C9E}"/>
              </a:ext>
            </a:extLst>
          </p:cNvPr>
          <p:cNvSpPr txBox="1"/>
          <p:nvPr/>
        </p:nvSpPr>
        <p:spPr>
          <a:xfrm>
            <a:off x="2218765" y="3497938"/>
            <a:ext cx="663388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>
                <a:solidFill>
                  <a:schemeClr val="bg1"/>
                </a:solidFill>
              </a:rPr>
              <a:t>Step3</a:t>
            </a:r>
            <a:r>
              <a:rPr lang="ja-JP" altLang="en-US" sz="1800" b="1" dirty="0">
                <a:solidFill>
                  <a:schemeClr val="bg1"/>
                </a:solidFill>
              </a:rPr>
              <a:t>｜運用開始</a:t>
            </a:r>
            <a:endParaRPr lang="ja-JP" altLang="en-US" sz="1800" dirty="0">
              <a:solidFill>
                <a:schemeClr val="bg1"/>
              </a:solidFill>
            </a:endParaRPr>
          </a:p>
          <a:p>
            <a:r>
              <a:rPr lang="ja-JP" altLang="en-US" sz="1600" dirty="0">
                <a:solidFill>
                  <a:schemeClr val="bg1"/>
                </a:solidFill>
              </a:rPr>
              <a:t>システム本番反映</a:t>
            </a:r>
          </a:p>
          <a:p>
            <a:r>
              <a:rPr lang="ja-JP" altLang="en-US" sz="1600" dirty="0">
                <a:solidFill>
                  <a:schemeClr val="bg1"/>
                </a:solidFill>
              </a:rPr>
              <a:t>実運用スタート</a:t>
            </a:r>
          </a:p>
          <a:p>
            <a:r>
              <a:rPr lang="ja-JP" altLang="en-US" sz="1600" dirty="0">
                <a:solidFill>
                  <a:schemeClr val="bg1"/>
                </a:solidFill>
              </a:rPr>
              <a:t>必要に応じて運用調整</a:t>
            </a:r>
            <a:endParaRPr lang="en-US" altLang="ja-JP" sz="1600" dirty="0">
              <a:solidFill>
                <a:schemeClr val="bg1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ED4A9D9-3497-13EA-0403-24291226BD7F}"/>
              </a:ext>
            </a:extLst>
          </p:cNvPr>
          <p:cNvSpPr txBox="1"/>
          <p:nvPr/>
        </p:nvSpPr>
        <p:spPr>
          <a:xfrm>
            <a:off x="1315570" y="5038856"/>
            <a:ext cx="663388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 b="1" dirty="0">
                <a:solidFill>
                  <a:schemeClr val="bg1"/>
                </a:solidFill>
              </a:rPr>
              <a:t>導入目安期間</a:t>
            </a:r>
          </a:p>
          <a:p>
            <a:r>
              <a:rPr lang="ja-JP" altLang="en-US" sz="1600" b="1" dirty="0">
                <a:solidFill>
                  <a:schemeClr val="bg1"/>
                </a:solidFill>
              </a:rPr>
              <a:t>最短：</a:t>
            </a:r>
            <a:r>
              <a:rPr lang="en-US" altLang="ja-JP" sz="1600" b="1" dirty="0">
                <a:solidFill>
                  <a:schemeClr val="bg1"/>
                </a:solidFill>
              </a:rPr>
              <a:t>1〜2</a:t>
            </a:r>
            <a:r>
              <a:rPr lang="ja-JP" altLang="en-US" sz="1600" b="1" dirty="0">
                <a:solidFill>
                  <a:schemeClr val="bg1"/>
                </a:solidFill>
              </a:rPr>
              <a:t>週間程度</a:t>
            </a:r>
            <a:br>
              <a:rPr lang="ja-JP" altLang="en-US" sz="1600" dirty="0">
                <a:solidFill>
                  <a:schemeClr val="bg1"/>
                </a:solidFill>
              </a:rPr>
            </a:br>
            <a:r>
              <a:rPr lang="en-US" altLang="ja-JP" sz="1600" dirty="0">
                <a:solidFill>
                  <a:schemeClr val="bg1"/>
                </a:solidFill>
              </a:rPr>
              <a:t>※</a:t>
            </a:r>
            <a:r>
              <a:rPr lang="ja-JP" altLang="en-US" sz="1600" dirty="0">
                <a:solidFill>
                  <a:schemeClr val="bg1"/>
                </a:solidFill>
              </a:rPr>
              <a:t>導入内容・カスタマイズ範囲により変動します</a:t>
            </a:r>
          </a:p>
          <a:p>
            <a:endParaRPr lang="ja-JP" altLang="en-US" sz="1800" dirty="0">
              <a:solidFill>
                <a:schemeClr val="bg1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9628C5D-C69D-44F4-BE69-F3E17FA9D008}"/>
              </a:ext>
            </a:extLst>
          </p:cNvPr>
          <p:cNvSpPr txBox="1"/>
          <p:nvPr/>
        </p:nvSpPr>
        <p:spPr>
          <a:xfrm>
            <a:off x="6780439" y="5145560"/>
            <a:ext cx="63436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ja-JP" altLang="en-US" sz="1600" dirty="0"/>
              <a:t>本資料は </a:t>
            </a:r>
            <a:r>
              <a:rPr lang="ja-JP" altLang="en-US" sz="1600" b="1" dirty="0"/>
              <a:t>システム買取前提</a:t>
            </a:r>
            <a:r>
              <a:rPr lang="ja-JP" altLang="en-US" sz="1600" dirty="0"/>
              <a:t> のご提案です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600" dirty="0"/>
              <a:t>月額費用は </a:t>
            </a:r>
            <a:r>
              <a:rPr lang="ja-JP" altLang="en-US" sz="1600" b="1" dirty="0"/>
              <a:t>インフラ・システム維持費のみ</a:t>
            </a:r>
            <a:r>
              <a:rPr lang="ja-JP" altLang="en-US" sz="1600" dirty="0"/>
              <a:t> となります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600" dirty="0"/>
              <a:t>機能追加・修正は別途ご相談のうえ対応可能です</a:t>
            </a:r>
            <a:endParaRPr lang="en-US" altLang="ja-JP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※</a:t>
            </a:r>
            <a:r>
              <a:rPr lang="ja-JP" altLang="en-US" sz="1600" dirty="0"/>
              <a:t>現在の運営方法を大きく変えることなく、</a:t>
            </a:r>
            <a:br>
              <a:rPr lang="ja-JP" altLang="en-US" sz="1600" dirty="0"/>
            </a:br>
            <a:r>
              <a:rPr lang="ja-JP" altLang="en-US" sz="1600" dirty="0"/>
              <a:t>段階的にシステム化を進めることが可能です。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169B816-7554-781D-A978-39EEBC8C5FE8}"/>
              </a:ext>
            </a:extLst>
          </p:cNvPr>
          <p:cNvSpPr txBox="1"/>
          <p:nvPr/>
        </p:nvSpPr>
        <p:spPr>
          <a:xfrm>
            <a:off x="6780439" y="4683895"/>
            <a:ext cx="5411561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b="1" dirty="0">
                <a:solidFill>
                  <a:schemeClr val="bg1"/>
                </a:solidFill>
              </a:rPr>
              <a:t>ご検討にあたって</a:t>
            </a:r>
          </a:p>
        </p:txBody>
      </p:sp>
    </p:spTree>
    <p:extLst>
      <p:ext uri="{BB962C8B-B14F-4D97-AF65-F5344CB8AC3E}">
        <p14:creationId xmlns:p14="http://schemas.microsoft.com/office/powerpoint/2010/main" val="2170633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2843</TotalTime>
  <Words>522</Words>
  <Application>Microsoft Office PowerPoint</Application>
  <PresentationFormat>ワイド画面</PresentationFormat>
  <Paragraphs>105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Symbol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宇野航平</dc:creator>
  <cp:keywords/>
  <dc:description>generated using python-pptx</dc:description>
  <cp:lastModifiedBy>航平 宇野</cp:lastModifiedBy>
  <cp:revision>5</cp:revision>
  <dcterms:created xsi:type="dcterms:W3CDTF">2013-01-27T09:14:16Z</dcterms:created>
  <dcterms:modified xsi:type="dcterms:W3CDTF">2026-01-24T09:33:33Z</dcterms:modified>
  <cp:category/>
</cp:coreProperties>
</file>